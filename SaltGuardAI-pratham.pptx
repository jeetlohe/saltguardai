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10.xml" ContentType="application/vnd.openxmlformats-officedocument.presentationml.slide+xml"/>
  <Override PartName="/ppt/notesSlides/notesSlide9.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Override PartName="/ppt/slides/slide13.xml" ContentType="application/vnd.openxmlformats-officedocument.presentationml.slide+xml"/>
  <Override PartName="/ppt/notesSlides/notesSlide12.xml" ContentType="application/vnd.openxmlformats-officedocument.presentationml.notes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13.xml" ContentType="application/vnd.openxmlformats-officedocument.presentationml.notes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trictFirstAndLastChars="0">
  <p:sldMasterIdLst>
    <p:sldMasterId id="2147483670" r:id="rId1"/>
  </p:sldMasterIdLst>
  <p:notesMasterIdLst>
    <p:notesMasterId r:id="rId2"/>
  </p:notesMasterIdLst>
  <p:sldIdLst>
    <p:sldId id="317" r:id="rId3"/>
    <p:sldId id="318" r:id="rId4"/>
    <p:sldId id="319" r:id="rId5"/>
    <p:sldId id="320" r:id="rId6"/>
    <p:sldId id="321" r:id="rId7"/>
    <p:sldId id="322" r:id="rId8"/>
    <p:sldId id="323" r:id="rId9"/>
    <p:sldId id="324" r:id="rId10"/>
    <p:sldId id="325" r:id="rId11"/>
    <p:sldId id="326" r:id="rId12"/>
    <p:sldId id="327" r:id="rId13"/>
    <p:sldId id="328" r:id="rId14"/>
    <p:sldId id="329" r:id="rId15"/>
    <p:sldId id="330" r:id="rId16"/>
    <p:sldId id="331" r:id="rId17"/>
    <p:sldId id="332" r:id="rId18"/>
  </p:sldIdLst>
  <p:sldSz type="screen16x9" cy="6858000" cx="12192000"/>
  <p:notesSz cx="6858000" cy="9144000"/>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1pPr>
    <a:lvl2pPr algn="l" lvl="1"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2pPr>
    <a:lvl3pPr algn="l" lvl="2"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3pPr>
    <a:lvl4pPr algn="l" lvl="3"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4pPr>
    <a:lvl5pPr algn="l" lvl="4"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5pPr>
    <a:lvl6pPr algn="l" lvl="5"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6pPr>
    <a:lvl7pPr algn="l" lvl="6"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7pPr>
    <a:lvl8pPr algn="l" lvl="7"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8pPr>
    <a:lvl9pPr algn="l" lvl="8"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AAD8F4D-43EB-41E5-8A38-28AB6DFB1B60}"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p="http://schemas.openxmlformats.org/presentationml/2006/main" xmlns:r="http://schemas.openxmlformats.org/officeDocument/2006/relationships" xmlns:a="http://schemas.openxmlformats.org/drawingml/2006/main">
  <p:normalViewPr>
    <p:restoredLeft sz="15620"/>
    <p:restoredTop sz="94660"/>
  </p:normalViewPr>
  <p:slideViewPr>
    <p:cSldViewPr snapToGrid="0">
      <p:cViewPr varScale="1">
        <p:scale>
          <a:sx n="78" d="100"/>
          <a:sy n="78" d="100"/>
        </p:scale>
        <p:origin x="850" y="6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tableStyles" Target="tableStyles.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81" name="Shape 2"/>
        <p:cNvGrpSpPr/>
        <p:nvPr/>
      </p:nvGrpSpPr>
      <p:grpSpPr>
        <a:xfrm>
          <a:off x="0" y="0"/>
          <a:ext cx="0" cy="0"/>
          <a:chOff x="0" y="0"/>
          <a:chExt cx="0" cy="0"/>
        </a:xfrm>
      </p:grpSpPr>
      <p:sp>
        <p:nvSpPr>
          <p:cNvPr id="1048708" name="Google Shape;3;n"/>
          <p:cNvSpPr>
            <a:spLocks noChangeAspect="1" noRot="1" noGrp="1"/>
          </p:cNvSpPr>
          <p:nvPr>
            <p:ph type="sldImg" idx="2"/>
          </p:nvPr>
        </p:nvSpPr>
        <p:spPr>
          <a:xfrm>
            <a:off x="1143225" y="685800"/>
            <a:ext cx="4572225" cy="3429000"/>
          </a:xfrm>
          <a:custGeom>
            <a:avLst/>
            <a:ah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709" name="Google Shape;4;n"/>
          <p:cNvSpPr txBox="1">
            <a:spLocks noGrp="1"/>
          </p:cNvSpPr>
          <p:nvPr>
            <p:ph type="body" idx="1"/>
          </p:nvPr>
        </p:nvSpPr>
        <p:spPr>
          <a:xfrm>
            <a:off x="685800" y="4343400"/>
            <a:ext cx="5486400" cy="4114800"/>
          </a:xfrm>
          <a:prstGeom prst="rect"/>
          <a:noFill/>
          <a:ln>
            <a:noFill/>
          </a:ln>
        </p:spPr>
        <p:txBody>
          <a:bodyPr anchor="t" anchorCtr="0" bIns="91425" lIns="91425" rIns="91425" spcFirstLastPara="1" tIns="91425" wrap="square">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hlink="hlink" folHlink="folHlink"/>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1pPr>
    <a:lvl2pPr algn="l" lvl="1"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2pPr>
    <a:lvl3pPr algn="l" lvl="2"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3pPr>
    <a:lvl4pPr algn="l" lvl="3"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4pPr>
    <a:lvl5pPr algn="l" lvl="4"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5pPr>
    <a:lvl6pPr algn="l" lvl="5"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6pPr>
    <a:lvl7pPr algn="l" lvl="6"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7pPr>
    <a:lvl8pPr algn="l" lvl="7"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8pPr>
    <a:lvl9pPr algn="l" lvl="8"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 name="Shape 87"/>
        <p:cNvGrpSpPr/>
        <p:nvPr/>
      </p:nvGrpSpPr>
      <p:grpSpPr>
        <a:xfrm>
          <a:off x="0" y="0"/>
          <a:ext cx="0" cy="0"/>
          <a:chOff x="0" y="0"/>
          <a:chExt cx="0" cy="0"/>
        </a:xfrm>
      </p:grpSpPr>
      <p:sp>
        <p:nvSpPr>
          <p:cNvPr id="1048598" name="Google Shape;88;p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599" name="Google Shape;89;p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8" name="Shape 100"/>
        <p:cNvGrpSpPr/>
        <p:nvPr/>
      </p:nvGrpSpPr>
      <p:grpSpPr>
        <a:xfrm>
          <a:off x="0" y="0"/>
          <a:ext cx="0" cy="0"/>
          <a:chOff x="0" y="0"/>
          <a:chExt cx="0" cy="0"/>
        </a:xfrm>
      </p:grpSpPr>
      <p:sp>
        <p:nvSpPr>
          <p:cNvPr id="1048607" name="Google Shape;101;p3: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08" name="Google Shape;102;p3: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1" name="Shape 100"/>
        <p:cNvGrpSpPr/>
        <p:nvPr/>
      </p:nvGrpSpPr>
      <p:grpSpPr>
        <a:xfrm>
          <a:off x="0" y="0"/>
          <a:ext cx="0" cy="0"/>
          <a:chOff x="0" y="0"/>
          <a:chExt cx="0" cy="0"/>
        </a:xfrm>
      </p:grpSpPr>
      <p:sp>
        <p:nvSpPr>
          <p:cNvPr id="1048611" name="Google Shape;101;p3: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12" name="Google Shape;102;p3: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 name="Shape 197"/>
        <p:cNvGrpSpPr/>
        <p:nvPr/>
      </p:nvGrpSpPr>
      <p:grpSpPr>
        <a:xfrm>
          <a:off x="0" y="0"/>
          <a:ext cx="0" cy="0"/>
          <a:chOff x="0" y="0"/>
          <a:chExt cx="0" cy="0"/>
        </a:xfrm>
      </p:grpSpPr>
      <p:sp>
        <p:nvSpPr>
          <p:cNvPr id="1048615" name="Google Shape;198;p1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16" name="Google Shape;199;p1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7" name="Shape 128"/>
        <p:cNvGrpSpPr/>
        <p:nvPr/>
      </p:nvGrpSpPr>
      <p:grpSpPr>
        <a:xfrm>
          <a:off x="0" y="0"/>
          <a:ext cx="0" cy="0"/>
          <a:chOff x="0" y="0"/>
          <a:chExt cx="0" cy="0"/>
        </a:xfrm>
      </p:grpSpPr>
      <p:sp>
        <p:nvSpPr>
          <p:cNvPr id="1048626" name="Google Shape;129;p5: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27" name="Google Shape;130;p5: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170"/>
        <p:cNvGrpSpPr/>
        <p:nvPr/>
      </p:nvGrpSpPr>
      <p:grpSpPr>
        <a:xfrm>
          <a:off x="0" y="0"/>
          <a:ext cx="0" cy="0"/>
          <a:chOff x="0" y="0"/>
          <a:chExt cx="0" cy="0"/>
        </a:xfrm>
      </p:grpSpPr>
      <p:sp>
        <p:nvSpPr>
          <p:cNvPr id="1048629" name="Google Shape;171;p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30" name="Google Shape;172;p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3" name="Shape 170"/>
        <p:cNvGrpSpPr/>
        <p:nvPr/>
      </p:nvGrpSpPr>
      <p:grpSpPr>
        <a:xfrm>
          <a:off x="0" y="0"/>
          <a:ext cx="0" cy="0"/>
          <a:chOff x="0" y="0"/>
          <a:chExt cx="0" cy="0"/>
        </a:xfrm>
      </p:grpSpPr>
      <p:sp>
        <p:nvSpPr>
          <p:cNvPr id="1048632" name="Google Shape;171;p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33" name="Google Shape;172;p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 name="Shape 188"/>
        <p:cNvGrpSpPr/>
        <p:nvPr/>
      </p:nvGrpSpPr>
      <p:grpSpPr>
        <a:xfrm>
          <a:off x="0" y="0"/>
          <a:ext cx="0" cy="0"/>
          <a:chOff x="0" y="0"/>
          <a:chExt cx="0" cy="0"/>
        </a:xfrm>
      </p:grpSpPr>
      <p:sp>
        <p:nvSpPr>
          <p:cNvPr id="1048636" name="Google Shape;189;p9: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37" name="Google Shape;190;p9: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9" name="Shape 271"/>
        <p:cNvGrpSpPr/>
        <p:nvPr/>
      </p:nvGrpSpPr>
      <p:grpSpPr>
        <a:xfrm>
          <a:off x="0" y="0"/>
          <a:ext cx="0" cy="0"/>
          <a:chOff x="0" y="0"/>
          <a:chExt cx="0" cy="0"/>
        </a:xfrm>
      </p:grpSpPr>
      <p:sp>
        <p:nvSpPr>
          <p:cNvPr id="1048645" name="Google Shape;272;p18: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46" name="Google Shape;273;p18: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62" name="Shape 197"/>
        <p:cNvGrpSpPr/>
        <p:nvPr/>
      </p:nvGrpSpPr>
      <p:grpSpPr>
        <a:xfrm>
          <a:off x="0" y="0"/>
          <a:ext cx="0" cy="0"/>
          <a:chOff x="0" y="0"/>
          <a:chExt cx="0" cy="0"/>
        </a:xfrm>
      </p:grpSpPr>
      <p:sp>
        <p:nvSpPr>
          <p:cNvPr id="1048649" name="Google Shape;198;p1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50" name="Google Shape;199;p1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5" name="Shape 271"/>
        <p:cNvGrpSpPr/>
        <p:nvPr/>
      </p:nvGrpSpPr>
      <p:grpSpPr>
        <a:xfrm>
          <a:off x="0" y="0"/>
          <a:ext cx="0" cy="0"/>
          <a:chOff x="0" y="0"/>
          <a:chExt cx="0" cy="0"/>
        </a:xfrm>
      </p:grpSpPr>
      <p:sp>
        <p:nvSpPr>
          <p:cNvPr id="1048656" name="Google Shape;272;p18: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57" name="Google Shape;273;p18: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68" name="Shape 271"/>
        <p:cNvGrpSpPr/>
        <p:nvPr/>
      </p:nvGrpSpPr>
      <p:grpSpPr>
        <a:xfrm>
          <a:off x="0" y="0"/>
          <a:ext cx="0" cy="0"/>
          <a:chOff x="0" y="0"/>
          <a:chExt cx="0" cy="0"/>
        </a:xfrm>
      </p:grpSpPr>
      <p:sp>
        <p:nvSpPr>
          <p:cNvPr id="1048663" name="Google Shape;272;p18: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64" name="Google Shape;273;p18: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3" name="Shape 303"/>
        <p:cNvGrpSpPr/>
        <p:nvPr/>
      </p:nvGrpSpPr>
      <p:grpSpPr>
        <a:xfrm>
          <a:off x="0" y="0"/>
          <a:ext cx="0" cy="0"/>
          <a:chOff x="0" y="0"/>
          <a:chExt cx="0" cy="0"/>
        </a:xfrm>
      </p:grpSpPr>
      <p:sp>
        <p:nvSpPr>
          <p:cNvPr id="1048669" name="Google Shape;304;p20: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70" name="Google Shape;305;p20: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35" name="Shape 17"/>
        <p:cNvGrpSpPr/>
        <p:nvPr/>
      </p:nvGrpSpPr>
      <p:grpSpPr>
        <a:xfrm>
          <a:off x="0" y="0"/>
          <a:ext cx="0" cy="0"/>
          <a:chOff x="0" y="0"/>
          <a:chExt cx="0" cy="0"/>
        </a:xfrm>
      </p:grpSpPr>
      <p:sp>
        <p:nvSpPr>
          <p:cNvPr id="1048600" name="Google Shape;18;p23"/>
          <p:cNvSpPr txBox="1">
            <a:spLocks noGrp="1"/>
          </p:cNvSpPr>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01" name="Google Shape;19;p23"/>
          <p:cNvSpPr txBox="1">
            <a:spLocks noGrp="1"/>
          </p:cNvSpPr>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02" name="Google Shape;20;p23"/>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03" name="Google Shape;21;p23"/>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04" name="Google Shape;22;p23"/>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23" name="Shape 23"/>
        <p:cNvGrpSpPr/>
        <p:nvPr/>
      </p:nvGrpSpPr>
      <p:grpSpPr>
        <a:xfrm>
          <a:off x="0" y="0"/>
          <a:ext cx="0" cy="0"/>
          <a:chOff x="0" y="0"/>
          <a:chExt cx="0" cy="0"/>
        </a:xfrm>
      </p:grpSpPr>
      <p:sp>
        <p:nvSpPr>
          <p:cNvPr id="1048581" name="Google Shape;24;p24"/>
          <p:cNvSpPr txBox="1">
            <a:spLocks noGrp="1"/>
          </p:cNvSpPr>
          <p:nvPr>
            <p:ph type="title"/>
          </p:nvPr>
        </p:nvSpPr>
        <p:spPr>
          <a:xfrm>
            <a:off x="831850" y="1709738"/>
            <a:ext cx="10515600" cy="2852737"/>
          </a:xfrm>
          <a:prstGeom prst="rect"/>
          <a:noFill/>
          <a:ln>
            <a:noFill/>
          </a:ln>
        </p:spPr>
        <p:txBody>
          <a:bodyPr anchor="b" anchorCtr="0" bIns="45700" lIns="91425" rIns="91425" spcFirstLastPara="1" tIns="45700" wrap="square">
            <a:normAutofit/>
          </a:bodyPr>
          <a:lstStyle>
            <a:lvl1pPr algn="l" lvl="0">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582" name="Google Shape;25;p24"/>
          <p:cNvSpPr txBox="1">
            <a:spLocks noGrp="1"/>
          </p:cNvSpPr>
          <p:nvPr>
            <p:ph type="body" idx="1"/>
          </p:nvPr>
        </p:nvSpPr>
        <p:spPr>
          <a:xfrm>
            <a:off x="831850" y="4589463"/>
            <a:ext cx="10515600" cy="1500187"/>
          </a:xfrm>
          <a:prstGeom prst="rect"/>
          <a:noFill/>
          <a:ln>
            <a:noFill/>
          </a:ln>
        </p:spPr>
        <p:txBody>
          <a:bodyPr anchor="t" anchorCtr="0" bIns="45700" lIns="91425" rIns="91425" spcFirstLastPara="1" tIns="45700" wrap="square">
            <a:normAutofit/>
          </a:bodyPr>
          <a:lstStyle>
            <a:lvl1pPr algn="l" indent="-228600" lvl="0" marL="457200">
              <a:lnSpc>
                <a:spcPct val="90000"/>
              </a:lnSpc>
              <a:spcBef>
                <a:spcPts val="1000"/>
              </a:spcBef>
              <a:spcAft>
                <a:spcPts val="0"/>
              </a:spcAft>
              <a:buClr>
                <a:srgbClr val="888888"/>
              </a:buClr>
              <a:buSzPts val="2400"/>
              <a:buNone/>
              <a:defRPr sz="2400">
                <a:solidFill>
                  <a:srgbClr val="888888"/>
                </a:solidFill>
              </a:defRPr>
            </a:lvl1pPr>
            <a:lvl2pPr algn="l" indent="-228600" lvl="1" marL="914400">
              <a:lnSpc>
                <a:spcPct val="90000"/>
              </a:lnSpc>
              <a:spcBef>
                <a:spcPts val="500"/>
              </a:spcBef>
              <a:spcAft>
                <a:spcPts val="0"/>
              </a:spcAft>
              <a:buClr>
                <a:srgbClr val="888888"/>
              </a:buClr>
              <a:buSzPts val="2000"/>
              <a:buNone/>
              <a:defRPr sz="2000">
                <a:solidFill>
                  <a:srgbClr val="888888"/>
                </a:solidFill>
              </a:defRPr>
            </a:lvl2pPr>
            <a:lvl3pPr algn="l" indent="-228600" lvl="2" marL="1371600">
              <a:lnSpc>
                <a:spcPct val="90000"/>
              </a:lnSpc>
              <a:spcBef>
                <a:spcPts val="500"/>
              </a:spcBef>
              <a:spcAft>
                <a:spcPts val="0"/>
              </a:spcAft>
              <a:buClr>
                <a:srgbClr val="888888"/>
              </a:buClr>
              <a:buSzPts val="1800"/>
              <a:buNone/>
              <a:defRPr sz="1800">
                <a:solidFill>
                  <a:srgbClr val="888888"/>
                </a:solidFill>
              </a:defRPr>
            </a:lvl3pPr>
            <a:lvl4pPr algn="l" indent="-228600" lvl="3" marL="1828800">
              <a:lnSpc>
                <a:spcPct val="90000"/>
              </a:lnSpc>
              <a:spcBef>
                <a:spcPts val="500"/>
              </a:spcBef>
              <a:spcAft>
                <a:spcPts val="0"/>
              </a:spcAft>
              <a:buClr>
                <a:srgbClr val="888888"/>
              </a:buClr>
              <a:buSzPts val="1600"/>
              <a:buNone/>
              <a:defRPr sz="1600">
                <a:solidFill>
                  <a:srgbClr val="888888"/>
                </a:solidFill>
              </a:defRPr>
            </a:lvl4pPr>
            <a:lvl5pPr algn="l" indent="-228600" lvl="4" marL="2286000">
              <a:lnSpc>
                <a:spcPct val="90000"/>
              </a:lnSpc>
              <a:spcBef>
                <a:spcPts val="500"/>
              </a:spcBef>
              <a:spcAft>
                <a:spcPts val="0"/>
              </a:spcAft>
              <a:buClr>
                <a:srgbClr val="888888"/>
              </a:buClr>
              <a:buSzPts val="1600"/>
              <a:buNone/>
              <a:defRPr sz="1600">
                <a:solidFill>
                  <a:srgbClr val="888888"/>
                </a:solidFill>
              </a:defRPr>
            </a:lvl5pPr>
            <a:lvl6pPr algn="l" indent="-228600" lvl="5" marL="2743200">
              <a:lnSpc>
                <a:spcPct val="90000"/>
              </a:lnSpc>
              <a:spcBef>
                <a:spcPts val="500"/>
              </a:spcBef>
              <a:spcAft>
                <a:spcPts val="0"/>
              </a:spcAft>
              <a:buClr>
                <a:srgbClr val="888888"/>
              </a:buClr>
              <a:buSzPts val="1600"/>
              <a:buNone/>
              <a:defRPr sz="1600">
                <a:solidFill>
                  <a:srgbClr val="888888"/>
                </a:solidFill>
              </a:defRPr>
            </a:lvl6pPr>
            <a:lvl7pPr algn="l" indent="-228600" lvl="6" marL="3200400">
              <a:lnSpc>
                <a:spcPct val="90000"/>
              </a:lnSpc>
              <a:spcBef>
                <a:spcPts val="500"/>
              </a:spcBef>
              <a:spcAft>
                <a:spcPts val="0"/>
              </a:spcAft>
              <a:buClr>
                <a:srgbClr val="888888"/>
              </a:buClr>
              <a:buSzPts val="1600"/>
              <a:buNone/>
              <a:defRPr sz="1600">
                <a:solidFill>
                  <a:srgbClr val="888888"/>
                </a:solidFill>
              </a:defRPr>
            </a:lvl7pPr>
            <a:lvl8pPr algn="l" indent="-228600" lvl="7" marL="3657600">
              <a:lnSpc>
                <a:spcPct val="90000"/>
              </a:lnSpc>
              <a:spcBef>
                <a:spcPts val="500"/>
              </a:spcBef>
              <a:spcAft>
                <a:spcPts val="0"/>
              </a:spcAft>
              <a:buClr>
                <a:srgbClr val="888888"/>
              </a:buClr>
              <a:buSzPts val="1600"/>
              <a:buNone/>
              <a:defRPr sz="1600">
                <a:solidFill>
                  <a:srgbClr val="888888"/>
                </a:solidFill>
              </a:defRPr>
            </a:lvl8pPr>
            <a:lvl9pPr algn="l" indent="-228600" lvl="8" marL="4114800">
              <a:lnSpc>
                <a:spcPct val="90000"/>
              </a:lnSpc>
              <a:spcBef>
                <a:spcPts val="500"/>
              </a:spcBef>
              <a:spcAft>
                <a:spcPts val="0"/>
              </a:spcAft>
              <a:buClr>
                <a:srgbClr val="888888"/>
              </a:buClr>
              <a:buSzPts val="1600"/>
              <a:buNone/>
              <a:defRPr sz="1600">
                <a:solidFill>
                  <a:srgbClr val="888888"/>
                </a:solidFill>
              </a:defRPr>
            </a:lvl9pPr>
          </a:lstStyle>
          <a:p/>
        </p:txBody>
      </p:sp>
      <p:sp>
        <p:nvSpPr>
          <p:cNvPr id="1048583" name="Google Shape;26;p24"/>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584" name="Google Shape;27;p24"/>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585" name="Google Shape;28;p24"/>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77" name="Shape 29"/>
        <p:cNvGrpSpPr/>
        <p:nvPr/>
      </p:nvGrpSpPr>
      <p:grpSpPr>
        <a:xfrm>
          <a:off x="0" y="0"/>
          <a:ext cx="0" cy="0"/>
          <a:chOff x="0" y="0"/>
          <a:chExt cx="0" cy="0"/>
        </a:xfrm>
      </p:grpSpPr>
      <p:sp>
        <p:nvSpPr>
          <p:cNvPr id="1048684" name="Google Shape;30;p25"/>
          <p:cNvSpPr txBox="1">
            <a:spLocks noGrp="1"/>
          </p:cNvSpPr>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85" name="Google Shape;31;p25"/>
          <p:cNvSpPr txBox="1">
            <a:spLocks noGrp="1"/>
          </p:cNvSpPr>
          <p:nvPr>
            <p:ph type="body" idx="1"/>
          </p:nvPr>
        </p:nvSpPr>
        <p:spPr>
          <a:xfrm>
            <a:off x="838200" y="1825625"/>
            <a:ext cx="5181600" cy="435133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86" name="Google Shape;32;p25"/>
          <p:cNvSpPr txBox="1">
            <a:spLocks noGrp="1"/>
          </p:cNvSpPr>
          <p:nvPr>
            <p:ph type="body" idx="2"/>
          </p:nvPr>
        </p:nvSpPr>
        <p:spPr>
          <a:xfrm>
            <a:off x="6172200" y="1825625"/>
            <a:ext cx="5181600" cy="435133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87" name="Google Shape;33;p25"/>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88" name="Google Shape;34;p25"/>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89" name="Google Shape;35;p25"/>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78" name="Shape 36"/>
        <p:cNvGrpSpPr/>
        <p:nvPr/>
      </p:nvGrpSpPr>
      <p:grpSpPr>
        <a:xfrm>
          <a:off x="0" y="0"/>
          <a:ext cx="0" cy="0"/>
          <a:chOff x="0" y="0"/>
          <a:chExt cx="0" cy="0"/>
        </a:xfrm>
      </p:grpSpPr>
      <p:sp>
        <p:nvSpPr>
          <p:cNvPr id="1048690" name="Google Shape;37;p26"/>
          <p:cNvSpPr txBox="1">
            <a:spLocks noGrp="1"/>
          </p:cNvSpPr>
          <p:nvPr>
            <p:ph type="title"/>
          </p:nvPr>
        </p:nvSpPr>
        <p:spPr>
          <a:xfrm>
            <a:off x="839788"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91" name="Google Shape;38;p26"/>
          <p:cNvSpPr txBox="1">
            <a:spLocks noGrp="1"/>
          </p:cNvSpPr>
          <p:nvPr>
            <p:ph type="body" idx="1"/>
          </p:nvPr>
        </p:nvSpPr>
        <p:spPr>
          <a:xfrm>
            <a:off x="839788" y="1681163"/>
            <a:ext cx="5157787" cy="823912"/>
          </a:xfrm>
          <a:prstGeom prst="rect"/>
          <a:noFill/>
          <a:ln>
            <a:noFill/>
          </a:ln>
        </p:spPr>
        <p:txBody>
          <a:bodyPr anchor="b"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2400"/>
              <a:buNone/>
              <a:defRPr b="1" sz="2400"/>
            </a:lvl1pPr>
            <a:lvl2pPr algn="l" indent="-228600" lvl="1" marL="914400">
              <a:lnSpc>
                <a:spcPct val="90000"/>
              </a:lnSpc>
              <a:spcBef>
                <a:spcPts val="500"/>
              </a:spcBef>
              <a:spcAft>
                <a:spcPts val="0"/>
              </a:spcAft>
              <a:buClr>
                <a:schemeClr val="dk1"/>
              </a:buClr>
              <a:buSzPts val="2000"/>
              <a:buNone/>
              <a:defRPr b="1" sz="2000"/>
            </a:lvl2pPr>
            <a:lvl3pPr algn="l" indent="-228600" lvl="2" marL="1371600">
              <a:lnSpc>
                <a:spcPct val="90000"/>
              </a:lnSpc>
              <a:spcBef>
                <a:spcPts val="500"/>
              </a:spcBef>
              <a:spcAft>
                <a:spcPts val="0"/>
              </a:spcAft>
              <a:buClr>
                <a:schemeClr val="dk1"/>
              </a:buClr>
              <a:buSzPts val="1800"/>
              <a:buNone/>
              <a:defRPr b="1" sz="1800"/>
            </a:lvl3pPr>
            <a:lvl4pPr algn="l" indent="-228600" lvl="3" marL="1828800">
              <a:lnSpc>
                <a:spcPct val="90000"/>
              </a:lnSpc>
              <a:spcBef>
                <a:spcPts val="500"/>
              </a:spcBef>
              <a:spcAft>
                <a:spcPts val="0"/>
              </a:spcAft>
              <a:buClr>
                <a:schemeClr val="dk1"/>
              </a:buClr>
              <a:buSzPts val="1600"/>
              <a:buNone/>
              <a:defRPr b="1" sz="1600"/>
            </a:lvl4pPr>
            <a:lvl5pPr algn="l" indent="-228600" lvl="4" marL="2286000">
              <a:lnSpc>
                <a:spcPct val="90000"/>
              </a:lnSpc>
              <a:spcBef>
                <a:spcPts val="500"/>
              </a:spcBef>
              <a:spcAft>
                <a:spcPts val="0"/>
              </a:spcAft>
              <a:buClr>
                <a:schemeClr val="dk1"/>
              </a:buClr>
              <a:buSzPts val="1600"/>
              <a:buNone/>
              <a:defRPr b="1" sz="1600"/>
            </a:lvl5pPr>
            <a:lvl6pPr algn="l" indent="-228600" lvl="5" marL="2743200">
              <a:lnSpc>
                <a:spcPct val="90000"/>
              </a:lnSpc>
              <a:spcBef>
                <a:spcPts val="500"/>
              </a:spcBef>
              <a:spcAft>
                <a:spcPts val="0"/>
              </a:spcAft>
              <a:buClr>
                <a:schemeClr val="dk1"/>
              </a:buClr>
              <a:buSzPts val="1600"/>
              <a:buNone/>
              <a:defRPr b="1" sz="1600"/>
            </a:lvl6pPr>
            <a:lvl7pPr algn="l" indent="-228600" lvl="6" marL="3200400">
              <a:lnSpc>
                <a:spcPct val="90000"/>
              </a:lnSpc>
              <a:spcBef>
                <a:spcPts val="500"/>
              </a:spcBef>
              <a:spcAft>
                <a:spcPts val="0"/>
              </a:spcAft>
              <a:buClr>
                <a:schemeClr val="dk1"/>
              </a:buClr>
              <a:buSzPts val="1600"/>
              <a:buNone/>
              <a:defRPr b="1" sz="1600"/>
            </a:lvl7pPr>
            <a:lvl8pPr algn="l" indent="-228600" lvl="7" marL="3657600">
              <a:lnSpc>
                <a:spcPct val="90000"/>
              </a:lnSpc>
              <a:spcBef>
                <a:spcPts val="500"/>
              </a:spcBef>
              <a:spcAft>
                <a:spcPts val="0"/>
              </a:spcAft>
              <a:buClr>
                <a:schemeClr val="dk1"/>
              </a:buClr>
              <a:buSzPts val="1600"/>
              <a:buNone/>
              <a:defRPr b="1" sz="1600"/>
            </a:lvl8pPr>
            <a:lvl9pPr algn="l" indent="-228600" lvl="8" marL="4114800">
              <a:lnSpc>
                <a:spcPct val="90000"/>
              </a:lnSpc>
              <a:spcBef>
                <a:spcPts val="500"/>
              </a:spcBef>
              <a:spcAft>
                <a:spcPts val="0"/>
              </a:spcAft>
              <a:buClr>
                <a:schemeClr val="dk1"/>
              </a:buClr>
              <a:buSzPts val="1600"/>
              <a:buNone/>
              <a:defRPr b="1" sz="1600"/>
            </a:lvl9pPr>
          </a:lstStyle>
          <a:p/>
        </p:txBody>
      </p:sp>
      <p:sp>
        <p:nvSpPr>
          <p:cNvPr id="1048692" name="Google Shape;39;p26"/>
          <p:cNvSpPr txBox="1">
            <a:spLocks noGrp="1"/>
          </p:cNvSpPr>
          <p:nvPr>
            <p:ph type="body" idx="2"/>
          </p:nvPr>
        </p:nvSpPr>
        <p:spPr>
          <a:xfrm>
            <a:off x="839788" y="2505075"/>
            <a:ext cx="5157787" cy="368458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93" name="Google Shape;40;p26"/>
          <p:cNvSpPr txBox="1">
            <a:spLocks noGrp="1"/>
          </p:cNvSpPr>
          <p:nvPr>
            <p:ph type="body" idx="3"/>
          </p:nvPr>
        </p:nvSpPr>
        <p:spPr>
          <a:xfrm>
            <a:off x="6172200" y="1681163"/>
            <a:ext cx="5183188" cy="823912"/>
          </a:xfrm>
          <a:prstGeom prst="rect"/>
          <a:noFill/>
          <a:ln>
            <a:noFill/>
          </a:ln>
        </p:spPr>
        <p:txBody>
          <a:bodyPr anchor="b"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2400"/>
              <a:buNone/>
              <a:defRPr b="1" sz="2400"/>
            </a:lvl1pPr>
            <a:lvl2pPr algn="l" indent="-228600" lvl="1" marL="914400">
              <a:lnSpc>
                <a:spcPct val="90000"/>
              </a:lnSpc>
              <a:spcBef>
                <a:spcPts val="500"/>
              </a:spcBef>
              <a:spcAft>
                <a:spcPts val="0"/>
              </a:spcAft>
              <a:buClr>
                <a:schemeClr val="dk1"/>
              </a:buClr>
              <a:buSzPts val="2000"/>
              <a:buNone/>
              <a:defRPr b="1" sz="2000"/>
            </a:lvl2pPr>
            <a:lvl3pPr algn="l" indent="-228600" lvl="2" marL="1371600">
              <a:lnSpc>
                <a:spcPct val="90000"/>
              </a:lnSpc>
              <a:spcBef>
                <a:spcPts val="500"/>
              </a:spcBef>
              <a:spcAft>
                <a:spcPts val="0"/>
              </a:spcAft>
              <a:buClr>
                <a:schemeClr val="dk1"/>
              </a:buClr>
              <a:buSzPts val="1800"/>
              <a:buNone/>
              <a:defRPr b="1" sz="1800"/>
            </a:lvl3pPr>
            <a:lvl4pPr algn="l" indent="-228600" lvl="3" marL="1828800">
              <a:lnSpc>
                <a:spcPct val="90000"/>
              </a:lnSpc>
              <a:spcBef>
                <a:spcPts val="500"/>
              </a:spcBef>
              <a:spcAft>
                <a:spcPts val="0"/>
              </a:spcAft>
              <a:buClr>
                <a:schemeClr val="dk1"/>
              </a:buClr>
              <a:buSzPts val="1600"/>
              <a:buNone/>
              <a:defRPr b="1" sz="1600"/>
            </a:lvl4pPr>
            <a:lvl5pPr algn="l" indent="-228600" lvl="4" marL="2286000">
              <a:lnSpc>
                <a:spcPct val="90000"/>
              </a:lnSpc>
              <a:spcBef>
                <a:spcPts val="500"/>
              </a:spcBef>
              <a:spcAft>
                <a:spcPts val="0"/>
              </a:spcAft>
              <a:buClr>
                <a:schemeClr val="dk1"/>
              </a:buClr>
              <a:buSzPts val="1600"/>
              <a:buNone/>
              <a:defRPr b="1" sz="1600"/>
            </a:lvl5pPr>
            <a:lvl6pPr algn="l" indent="-228600" lvl="5" marL="2743200">
              <a:lnSpc>
                <a:spcPct val="90000"/>
              </a:lnSpc>
              <a:spcBef>
                <a:spcPts val="500"/>
              </a:spcBef>
              <a:spcAft>
                <a:spcPts val="0"/>
              </a:spcAft>
              <a:buClr>
                <a:schemeClr val="dk1"/>
              </a:buClr>
              <a:buSzPts val="1600"/>
              <a:buNone/>
              <a:defRPr b="1" sz="1600"/>
            </a:lvl6pPr>
            <a:lvl7pPr algn="l" indent="-228600" lvl="6" marL="3200400">
              <a:lnSpc>
                <a:spcPct val="90000"/>
              </a:lnSpc>
              <a:spcBef>
                <a:spcPts val="500"/>
              </a:spcBef>
              <a:spcAft>
                <a:spcPts val="0"/>
              </a:spcAft>
              <a:buClr>
                <a:schemeClr val="dk1"/>
              </a:buClr>
              <a:buSzPts val="1600"/>
              <a:buNone/>
              <a:defRPr b="1" sz="1600"/>
            </a:lvl7pPr>
            <a:lvl8pPr algn="l" indent="-228600" lvl="7" marL="3657600">
              <a:lnSpc>
                <a:spcPct val="90000"/>
              </a:lnSpc>
              <a:spcBef>
                <a:spcPts val="500"/>
              </a:spcBef>
              <a:spcAft>
                <a:spcPts val="0"/>
              </a:spcAft>
              <a:buClr>
                <a:schemeClr val="dk1"/>
              </a:buClr>
              <a:buSzPts val="1600"/>
              <a:buNone/>
              <a:defRPr b="1" sz="1600"/>
            </a:lvl8pPr>
            <a:lvl9pPr algn="l" indent="-228600" lvl="8" marL="4114800">
              <a:lnSpc>
                <a:spcPct val="90000"/>
              </a:lnSpc>
              <a:spcBef>
                <a:spcPts val="500"/>
              </a:spcBef>
              <a:spcAft>
                <a:spcPts val="0"/>
              </a:spcAft>
              <a:buClr>
                <a:schemeClr val="dk1"/>
              </a:buClr>
              <a:buSzPts val="1600"/>
              <a:buNone/>
              <a:defRPr b="1" sz="1600"/>
            </a:lvl9pPr>
          </a:lstStyle>
          <a:p/>
        </p:txBody>
      </p:sp>
      <p:sp>
        <p:nvSpPr>
          <p:cNvPr id="1048694" name="Google Shape;41;p26"/>
          <p:cNvSpPr txBox="1">
            <a:spLocks noGrp="1"/>
          </p:cNvSpPr>
          <p:nvPr>
            <p:ph type="body" idx="4"/>
          </p:nvPr>
        </p:nvSpPr>
        <p:spPr>
          <a:xfrm>
            <a:off x="6172200" y="2505075"/>
            <a:ext cx="5183188" cy="3684588"/>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95" name="Google Shape;42;p26"/>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96" name="Google Shape;43;p26"/>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97" name="Google Shape;44;p26"/>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79" name="Shape 45"/>
        <p:cNvGrpSpPr/>
        <p:nvPr/>
      </p:nvGrpSpPr>
      <p:grpSpPr>
        <a:xfrm>
          <a:off x="0" y="0"/>
          <a:ext cx="0" cy="0"/>
          <a:chOff x="0" y="0"/>
          <a:chExt cx="0" cy="0"/>
        </a:xfrm>
      </p:grpSpPr>
      <p:sp>
        <p:nvSpPr>
          <p:cNvPr id="1048698" name="Google Shape;46;p27"/>
          <p:cNvSpPr txBox="1">
            <a:spLocks noGrp="1"/>
          </p:cNvSpPr>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99" name="Google Shape;47;p27"/>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00" name="Google Shape;48;p27"/>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01" name="Google Shape;49;p27"/>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74" name="Shape 50"/>
        <p:cNvGrpSpPr/>
        <p:nvPr/>
      </p:nvGrpSpPr>
      <p:grpSpPr>
        <a:xfrm>
          <a:off x="0" y="0"/>
          <a:ext cx="0" cy="0"/>
          <a:chOff x="0" y="0"/>
          <a:chExt cx="0" cy="0"/>
        </a:xfrm>
      </p:grpSpPr>
      <p:sp>
        <p:nvSpPr>
          <p:cNvPr id="1048671" name="Google Shape;51;p28"/>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72" name="Google Shape;52;p28"/>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73" name="Google Shape;53;p28"/>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80" name="Shape 54"/>
        <p:cNvGrpSpPr/>
        <p:nvPr/>
      </p:nvGrpSpPr>
      <p:grpSpPr>
        <a:xfrm>
          <a:off x="0" y="0"/>
          <a:ext cx="0" cy="0"/>
          <a:chOff x="0" y="0"/>
          <a:chExt cx="0" cy="0"/>
        </a:xfrm>
      </p:grpSpPr>
      <p:sp>
        <p:nvSpPr>
          <p:cNvPr id="1048702" name="Google Shape;55;p29"/>
          <p:cNvSpPr txBox="1">
            <a:spLocks noGrp="1"/>
          </p:cNvSpPr>
          <p:nvPr>
            <p:ph type="title"/>
          </p:nvPr>
        </p:nvSpPr>
        <p:spPr>
          <a:xfrm>
            <a:off x="839788" y="457200"/>
            <a:ext cx="3932237" cy="1600200"/>
          </a:xfrm>
          <a:prstGeom prst="rect"/>
          <a:noFill/>
          <a:ln>
            <a:noFill/>
          </a:ln>
        </p:spPr>
        <p:txBody>
          <a:bodyPr anchor="b" anchorCtr="0" bIns="45700" lIns="91425" rIns="91425" spcFirstLastPara="1" tIns="45700" wrap="square">
            <a:normAutofit/>
          </a:bodyPr>
          <a:lstStyle>
            <a:lvl1pPr algn="l" lvl="0">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703" name="Google Shape;56;p29"/>
          <p:cNvSpPr txBox="1">
            <a:spLocks noGrp="1"/>
          </p:cNvSpPr>
          <p:nvPr>
            <p:ph type="body" idx="1"/>
          </p:nvPr>
        </p:nvSpPr>
        <p:spPr>
          <a:xfrm>
            <a:off x="5183188" y="987425"/>
            <a:ext cx="6172200" cy="4873625"/>
          </a:xfrm>
          <a:prstGeom prst="rect"/>
          <a:noFill/>
          <a:ln>
            <a:noFill/>
          </a:ln>
        </p:spPr>
        <p:txBody>
          <a:bodyPr anchor="t" anchorCtr="0" bIns="45700" lIns="91425" rIns="91425" spcFirstLastPara="1" tIns="45700" wrap="square">
            <a:normAutofit/>
          </a:bodyPr>
          <a:lstStyle>
            <a:lvl1pPr algn="l" indent="-431800" lvl="0" marL="457200">
              <a:lnSpc>
                <a:spcPct val="90000"/>
              </a:lnSpc>
              <a:spcBef>
                <a:spcPts val="1000"/>
              </a:spcBef>
              <a:spcAft>
                <a:spcPts val="0"/>
              </a:spcAft>
              <a:buClr>
                <a:schemeClr val="dk1"/>
              </a:buClr>
              <a:buSzPts val="3200"/>
              <a:buChar char="•"/>
              <a:defRPr sz="3200"/>
            </a:lvl1pPr>
            <a:lvl2pPr algn="l" indent="-406400" lvl="1" marL="914400">
              <a:lnSpc>
                <a:spcPct val="90000"/>
              </a:lnSpc>
              <a:spcBef>
                <a:spcPts val="500"/>
              </a:spcBef>
              <a:spcAft>
                <a:spcPts val="0"/>
              </a:spcAft>
              <a:buClr>
                <a:schemeClr val="dk1"/>
              </a:buClr>
              <a:buSzPts val="2800"/>
              <a:buChar char="•"/>
              <a:defRPr sz="2800"/>
            </a:lvl2pPr>
            <a:lvl3pPr algn="l" indent="-381000" lvl="2" marL="1371600">
              <a:lnSpc>
                <a:spcPct val="90000"/>
              </a:lnSpc>
              <a:spcBef>
                <a:spcPts val="500"/>
              </a:spcBef>
              <a:spcAft>
                <a:spcPts val="0"/>
              </a:spcAft>
              <a:buClr>
                <a:schemeClr val="dk1"/>
              </a:buClr>
              <a:buSzPts val="2400"/>
              <a:buChar char="•"/>
              <a:defRPr sz="2400"/>
            </a:lvl3pPr>
            <a:lvl4pPr algn="l" indent="-355600" lvl="3" marL="1828800">
              <a:lnSpc>
                <a:spcPct val="90000"/>
              </a:lnSpc>
              <a:spcBef>
                <a:spcPts val="500"/>
              </a:spcBef>
              <a:spcAft>
                <a:spcPts val="0"/>
              </a:spcAft>
              <a:buClr>
                <a:schemeClr val="dk1"/>
              </a:buClr>
              <a:buSzPts val="2000"/>
              <a:buChar char="•"/>
              <a:defRPr sz="2000"/>
            </a:lvl4pPr>
            <a:lvl5pPr algn="l" indent="-355600" lvl="4" marL="2286000">
              <a:lnSpc>
                <a:spcPct val="90000"/>
              </a:lnSpc>
              <a:spcBef>
                <a:spcPts val="500"/>
              </a:spcBef>
              <a:spcAft>
                <a:spcPts val="0"/>
              </a:spcAft>
              <a:buClr>
                <a:schemeClr val="dk1"/>
              </a:buClr>
              <a:buSzPts val="2000"/>
              <a:buChar char="•"/>
              <a:defRPr sz="2000"/>
            </a:lvl5pPr>
            <a:lvl6pPr algn="l" indent="-355600" lvl="5" marL="2743200">
              <a:lnSpc>
                <a:spcPct val="90000"/>
              </a:lnSpc>
              <a:spcBef>
                <a:spcPts val="500"/>
              </a:spcBef>
              <a:spcAft>
                <a:spcPts val="0"/>
              </a:spcAft>
              <a:buClr>
                <a:schemeClr val="dk1"/>
              </a:buClr>
              <a:buSzPts val="2000"/>
              <a:buChar char="•"/>
              <a:defRPr sz="2000"/>
            </a:lvl6pPr>
            <a:lvl7pPr algn="l" indent="-355600" lvl="6" marL="3200400">
              <a:lnSpc>
                <a:spcPct val="90000"/>
              </a:lnSpc>
              <a:spcBef>
                <a:spcPts val="500"/>
              </a:spcBef>
              <a:spcAft>
                <a:spcPts val="0"/>
              </a:spcAft>
              <a:buClr>
                <a:schemeClr val="dk1"/>
              </a:buClr>
              <a:buSzPts val="2000"/>
              <a:buChar char="•"/>
              <a:defRPr sz="2000"/>
            </a:lvl7pPr>
            <a:lvl8pPr algn="l" indent="-355600" lvl="7" marL="3657600">
              <a:lnSpc>
                <a:spcPct val="90000"/>
              </a:lnSpc>
              <a:spcBef>
                <a:spcPts val="500"/>
              </a:spcBef>
              <a:spcAft>
                <a:spcPts val="0"/>
              </a:spcAft>
              <a:buClr>
                <a:schemeClr val="dk1"/>
              </a:buClr>
              <a:buSzPts val="2000"/>
              <a:buChar char="•"/>
              <a:defRPr sz="2000"/>
            </a:lvl8pPr>
            <a:lvl9pPr algn="l" indent="-355600" lvl="8" marL="4114800">
              <a:lnSpc>
                <a:spcPct val="90000"/>
              </a:lnSpc>
              <a:spcBef>
                <a:spcPts val="500"/>
              </a:spcBef>
              <a:spcAft>
                <a:spcPts val="0"/>
              </a:spcAft>
              <a:buClr>
                <a:schemeClr val="dk1"/>
              </a:buClr>
              <a:buSzPts val="2000"/>
              <a:buChar char="•"/>
              <a:defRPr sz="2000"/>
            </a:lvl9pPr>
          </a:lstStyle>
          <a:p/>
        </p:txBody>
      </p:sp>
      <p:sp>
        <p:nvSpPr>
          <p:cNvPr id="1048704" name="Google Shape;57;p29"/>
          <p:cNvSpPr txBox="1">
            <a:spLocks noGrp="1"/>
          </p:cNvSpPr>
          <p:nvPr>
            <p:ph type="body" idx="2"/>
          </p:nvPr>
        </p:nvSpPr>
        <p:spPr>
          <a:xfrm>
            <a:off x="839788" y="2057400"/>
            <a:ext cx="3932237" cy="3811588"/>
          </a:xfrm>
          <a:prstGeom prst="rect"/>
          <a:noFill/>
          <a:ln>
            <a:noFill/>
          </a:ln>
        </p:spPr>
        <p:txBody>
          <a:bodyPr anchor="t"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1600"/>
              <a:buNone/>
              <a:defRPr sz="1600"/>
            </a:lvl1pPr>
            <a:lvl2pPr algn="l" indent="-228600" lvl="1" marL="914400">
              <a:lnSpc>
                <a:spcPct val="90000"/>
              </a:lnSpc>
              <a:spcBef>
                <a:spcPts val="500"/>
              </a:spcBef>
              <a:spcAft>
                <a:spcPts val="0"/>
              </a:spcAft>
              <a:buClr>
                <a:schemeClr val="dk1"/>
              </a:buClr>
              <a:buSzPts val="1400"/>
              <a:buNone/>
              <a:defRPr sz="1400"/>
            </a:lvl2pPr>
            <a:lvl3pPr algn="l" indent="-228600" lvl="2" marL="1371600">
              <a:lnSpc>
                <a:spcPct val="90000"/>
              </a:lnSpc>
              <a:spcBef>
                <a:spcPts val="500"/>
              </a:spcBef>
              <a:spcAft>
                <a:spcPts val="0"/>
              </a:spcAft>
              <a:buClr>
                <a:schemeClr val="dk1"/>
              </a:buClr>
              <a:buSzPts val="1200"/>
              <a:buNone/>
              <a:defRPr sz="1200"/>
            </a:lvl3pPr>
            <a:lvl4pPr algn="l" indent="-228600" lvl="3" marL="1828800">
              <a:lnSpc>
                <a:spcPct val="90000"/>
              </a:lnSpc>
              <a:spcBef>
                <a:spcPts val="500"/>
              </a:spcBef>
              <a:spcAft>
                <a:spcPts val="0"/>
              </a:spcAft>
              <a:buClr>
                <a:schemeClr val="dk1"/>
              </a:buClr>
              <a:buSzPts val="1000"/>
              <a:buNone/>
              <a:defRPr sz="1000"/>
            </a:lvl4pPr>
            <a:lvl5pPr algn="l" indent="-228600" lvl="4" marL="2286000">
              <a:lnSpc>
                <a:spcPct val="90000"/>
              </a:lnSpc>
              <a:spcBef>
                <a:spcPts val="500"/>
              </a:spcBef>
              <a:spcAft>
                <a:spcPts val="0"/>
              </a:spcAft>
              <a:buClr>
                <a:schemeClr val="dk1"/>
              </a:buClr>
              <a:buSzPts val="1000"/>
              <a:buNone/>
              <a:defRPr sz="1000"/>
            </a:lvl5pPr>
            <a:lvl6pPr algn="l" indent="-228600" lvl="5" marL="2743200">
              <a:lnSpc>
                <a:spcPct val="90000"/>
              </a:lnSpc>
              <a:spcBef>
                <a:spcPts val="500"/>
              </a:spcBef>
              <a:spcAft>
                <a:spcPts val="0"/>
              </a:spcAft>
              <a:buClr>
                <a:schemeClr val="dk1"/>
              </a:buClr>
              <a:buSzPts val="1000"/>
              <a:buNone/>
              <a:defRPr sz="1000"/>
            </a:lvl6pPr>
            <a:lvl7pPr algn="l" indent="-228600" lvl="6" marL="3200400">
              <a:lnSpc>
                <a:spcPct val="90000"/>
              </a:lnSpc>
              <a:spcBef>
                <a:spcPts val="500"/>
              </a:spcBef>
              <a:spcAft>
                <a:spcPts val="0"/>
              </a:spcAft>
              <a:buClr>
                <a:schemeClr val="dk1"/>
              </a:buClr>
              <a:buSzPts val="1000"/>
              <a:buNone/>
              <a:defRPr sz="1000"/>
            </a:lvl7pPr>
            <a:lvl8pPr algn="l" indent="-228600" lvl="7" marL="3657600">
              <a:lnSpc>
                <a:spcPct val="90000"/>
              </a:lnSpc>
              <a:spcBef>
                <a:spcPts val="500"/>
              </a:spcBef>
              <a:spcAft>
                <a:spcPts val="0"/>
              </a:spcAft>
              <a:buClr>
                <a:schemeClr val="dk1"/>
              </a:buClr>
              <a:buSzPts val="1000"/>
              <a:buNone/>
              <a:defRPr sz="1000"/>
            </a:lvl8pPr>
            <a:lvl9pPr algn="l" indent="-228600" lvl="8" marL="4114800">
              <a:lnSpc>
                <a:spcPct val="90000"/>
              </a:lnSpc>
              <a:spcBef>
                <a:spcPts val="500"/>
              </a:spcBef>
              <a:spcAft>
                <a:spcPts val="0"/>
              </a:spcAft>
              <a:buClr>
                <a:schemeClr val="dk1"/>
              </a:buClr>
              <a:buSzPts val="1000"/>
              <a:buNone/>
              <a:defRPr sz="1000"/>
            </a:lvl9pPr>
          </a:lstStyle>
          <a:p/>
        </p:txBody>
      </p:sp>
      <p:sp>
        <p:nvSpPr>
          <p:cNvPr id="1048705" name="Google Shape;58;p29"/>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06" name="Google Shape;59;p29"/>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707" name="Google Shape;60;p29"/>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31" name="Shape 61"/>
        <p:cNvGrpSpPr/>
        <p:nvPr/>
      </p:nvGrpSpPr>
      <p:grpSpPr>
        <a:xfrm>
          <a:off x="0" y="0"/>
          <a:ext cx="0" cy="0"/>
          <a:chOff x="0" y="0"/>
          <a:chExt cx="0" cy="0"/>
        </a:xfrm>
      </p:grpSpPr>
      <p:sp>
        <p:nvSpPr>
          <p:cNvPr id="1048588" name="Google Shape;62;p30"/>
          <p:cNvSpPr txBox="1">
            <a:spLocks noGrp="1"/>
          </p:cNvSpPr>
          <p:nvPr>
            <p:ph type="title"/>
          </p:nvPr>
        </p:nvSpPr>
        <p:spPr>
          <a:xfrm>
            <a:off x="839788" y="457200"/>
            <a:ext cx="3932237" cy="1600200"/>
          </a:xfrm>
          <a:prstGeom prst="rect"/>
          <a:noFill/>
          <a:ln>
            <a:noFill/>
          </a:ln>
        </p:spPr>
        <p:txBody>
          <a:bodyPr anchor="b" anchorCtr="0" bIns="45700" lIns="91425" rIns="91425" spcFirstLastPara="1" tIns="45700" wrap="square">
            <a:normAutofit/>
          </a:bodyPr>
          <a:lstStyle>
            <a:lvl1pPr algn="l" lvl="0">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589" name="Google Shape;63;p30"/>
          <p:cNvSpPr>
            <a:spLocks noGrp="1"/>
          </p:cNvSpPr>
          <p:nvPr>
            <p:ph type="pic" idx="2"/>
          </p:nvPr>
        </p:nvSpPr>
        <p:spPr>
          <a:xfrm>
            <a:off x="5183188" y="987425"/>
            <a:ext cx="6172200" cy="4873625"/>
          </a:xfrm>
          <a:prstGeom prst="rect"/>
          <a:noFill/>
          <a:ln>
            <a:noFill/>
          </a:ln>
        </p:spPr>
      </p:sp>
      <p:sp>
        <p:nvSpPr>
          <p:cNvPr id="1048590" name="Google Shape;64;p30"/>
          <p:cNvSpPr txBox="1">
            <a:spLocks noGrp="1"/>
          </p:cNvSpPr>
          <p:nvPr>
            <p:ph type="body" idx="1"/>
          </p:nvPr>
        </p:nvSpPr>
        <p:spPr>
          <a:xfrm>
            <a:off x="839788" y="2057400"/>
            <a:ext cx="3932237" cy="3811588"/>
          </a:xfrm>
          <a:prstGeom prst="rect"/>
          <a:noFill/>
          <a:ln>
            <a:noFill/>
          </a:ln>
        </p:spPr>
        <p:txBody>
          <a:bodyPr anchor="t" anchorCtr="0" bIns="45700" lIns="91425" rIns="91425" spcFirstLastPara="1" tIns="45700" wrap="square">
            <a:normAutofit/>
          </a:bodyPr>
          <a:lstStyle>
            <a:lvl1pPr algn="l" indent="-228600" lvl="0" marL="457200">
              <a:lnSpc>
                <a:spcPct val="90000"/>
              </a:lnSpc>
              <a:spcBef>
                <a:spcPts val="1000"/>
              </a:spcBef>
              <a:spcAft>
                <a:spcPts val="0"/>
              </a:spcAft>
              <a:buClr>
                <a:schemeClr val="dk1"/>
              </a:buClr>
              <a:buSzPts val="1600"/>
              <a:buNone/>
              <a:defRPr sz="1600"/>
            </a:lvl1pPr>
            <a:lvl2pPr algn="l" indent="-228600" lvl="1" marL="914400">
              <a:lnSpc>
                <a:spcPct val="90000"/>
              </a:lnSpc>
              <a:spcBef>
                <a:spcPts val="500"/>
              </a:spcBef>
              <a:spcAft>
                <a:spcPts val="0"/>
              </a:spcAft>
              <a:buClr>
                <a:schemeClr val="dk1"/>
              </a:buClr>
              <a:buSzPts val="1400"/>
              <a:buNone/>
              <a:defRPr sz="1400"/>
            </a:lvl2pPr>
            <a:lvl3pPr algn="l" indent="-228600" lvl="2" marL="1371600">
              <a:lnSpc>
                <a:spcPct val="90000"/>
              </a:lnSpc>
              <a:spcBef>
                <a:spcPts val="500"/>
              </a:spcBef>
              <a:spcAft>
                <a:spcPts val="0"/>
              </a:spcAft>
              <a:buClr>
                <a:schemeClr val="dk1"/>
              </a:buClr>
              <a:buSzPts val="1200"/>
              <a:buNone/>
              <a:defRPr sz="1200"/>
            </a:lvl3pPr>
            <a:lvl4pPr algn="l" indent="-228600" lvl="3" marL="1828800">
              <a:lnSpc>
                <a:spcPct val="90000"/>
              </a:lnSpc>
              <a:spcBef>
                <a:spcPts val="500"/>
              </a:spcBef>
              <a:spcAft>
                <a:spcPts val="0"/>
              </a:spcAft>
              <a:buClr>
                <a:schemeClr val="dk1"/>
              </a:buClr>
              <a:buSzPts val="1000"/>
              <a:buNone/>
              <a:defRPr sz="1000"/>
            </a:lvl4pPr>
            <a:lvl5pPr algn="l" indent="-228600" lvl="4" marL="2286000">
              <a:lnSpc>
                <a:spcPct val="90000"/>
              </a:lnSpc>
              <a:spcBef>
                <a:spcPts val="500"/>
              </a:spcBef>
              <a:spcAft>
                <a:spcPts val="0"/>
              </a:spcAft>
              <a:buClr>
                <a:schemeClr val="dk1"/>
              </a:buClr>
              <a:buSzPts val="1000"/>
              <a:buNone/>
              <a:defRPr sz="1000"/>
            </a:lvl5pPr>
            <a:lvl6pPr algn="l" indent="-228600" lvl="5" marL="2743200">
              <a:lnSpc>
                <a:spcPct val="90000"/>
              </a:lnSpc>
              <a:spcBef>
                <a:spcPts val="500"/>
              </a:spcBef>
              <a:spcAft>
                <a:spcPts val="0"/>
              </a:spcAft>
              <a:buClr>
                <a:schemeClr val="dk1"/>
              </a:buClr>
              <a:buSzPts val="1000"/>
              <a:buNone/>
              <a:defRPr sz="1000"/>
            </a:lvl6pPr>
            <a:lvl7pPr algn="l" indent="-228600" lvl="6" marL="3200400">
              <a:lnSpc>
                <a:spcPct val="90000"/>
              </a:lnSpc>
              <a:spcBef>
                <a:spcPts val="500"/>
              </a:spcBef>
              <a:spcAft>
                <a:spcPts val="0"/>
              </a:spcAft>
              <a:buClr>
                <a:schemeClr val="dk1"/>
              </a:buClr>
              <a:buSzPts val="1000"/>
              <a:buNone/>
              <a:defRPr sz="1000"/>
            </a:lvl7pPr>
            <a:lvl8pPr algn="l" indent="-228600" lvl="7" marL="3657600">
              <a:lnSpc>
                <a:spcPct val="90000"/>
              </a:lnSpc>
              <a:spcBef>
                <a:spcPts val="500"/>
              </a:spcBef>
              <a:spcAft>
                <a:spcPts val="0"/>
              </a:spcAft>
              <a:buClr>
                <a:schemeClr val="dk1"/>
              </a:buClr>
              <a:buSzPts val="1000"/>
              <a:buNone/>
              <a:defRPr sz="1000"/>
            </a:lvl8pPr>
            <a:lvl9pPr algn="l" indent="-228600" lvl="8" marL="4114800">
              <a:lnSpc>
                <a:spcPct val="90000"/>
              </a:lnSpc>
              <a:spcBef>
                <a:spcPts val="500"/>
              </a:spcBef>
              <a:spcAft>
                <a:spcPts val="0"/>
              </a:spcAft>
              <a:buClr>
                <a:schemeClr val="dk1"/>
              </a:buClr>
              <a:buSzPts val="1000"/>
              <a:buNone/>
              <a:defRPr sz="1000"/>
            </a:lvl9pPr>
          </a:lstStyle>
          <a:p/>
        </p:txBody>
      </p:sp>
      <p:sp>
        <p:nvSpPr>
          <p:cNvPr id="1048591" name="Google Shape;65;p30"/>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592" name="Google Shape;66;p30"/>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593" name="Google Shape;67;p30"/>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75" name="Shape 68"/>
        <p:cNvGrpSpPr/>
        <p:nvPr/>
      </p:nvGrpSpPr>
      <p:grpSpPr>
        <a:xfrm>
          <a:off x="0" y="0"/>
          <a:ext cx="0" cy="0"/>
          <a:chOff x="0" y="0"/>
          <a:chExt cx="0" cy="0"/>
        </a:xfrm>
      </p:grpSpPr>
      <p:sp>
        <p:nvSpPr>
          <p:cNvPr id="1048674" name="Google Shape;69;p31"/>
          <p:cNvSpPr txBox="1">
            <a:spLocks noGrp="1"/>
          </p:cNvSpPr>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75" name="Google Shape;70;p31"/>
          <p:cNvSpPr txBox="1">
            <a:spLocks noGrp="1"/>
          </p:cNvSpPr>
          <p:nvPr>
            <p:ph type="body" idx="1"/>
          </p:nvPr>
        </p:nvSpPr>
        <p:spPr>
          <a:xfrm rot="5400000">
            <a:off x="3920331" y="-1256506"/>
            <a:ext cx="4351338" cy="10515600"/>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76" name="Google Shape;71;p31"/>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77" name="Google Shape;72;p31"/>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78" name="Google Shape;73;p31"/>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76" name="Shape 74"/>
        <p:cNvGrpSpPr/>
        <p:nvPr/>
      </p:nvGrpSpPr>
      <p:grpSpPr>
        <a:xfrm>
          <a:off x="0" y="0"/>
          <a:ext cx="0" cy="0"/>
          <a:chOff x="0" y="0"/>
          <a:chExt cx="0" cy="0"/>
        </a:xfrm>
      </p:grpSpPr>
      <p:sp>
        <p:nvSpPr>
          <p:cNvPr id="1048679" name="Google Shape;75;p32"/>
          <p:cNvSpPr txBox="1">
            <a:spLocks noGrp="1"/>
          </p:cNvSpPr>
          <p:nvPr>
            <p:ph type="title"/>
          </p:nvPr>
        </p:nvSpPr>
        <p:spPr>
          <a:xfrm rot="5400000">
            <a:off x="7133431" y="1956594"/>
            <a:ext cx="5811838" cy="2628900"/>
          </a:xfrm>
          <a:prstGeom prst="rect"/>
          <a:noFill/>
          <a:ln>
            <a:noFill/>
          </a:ln>
        </p:spPr>
        <p:txBody>
          <a:bodyPr anchor="ctr" anchorCtr="0" bIns="45700" lIns="91425" rIns="91425" spcFirstLastPara="1" tIns="45700" wrap="square">
            <a:normAutofit/>
          </a:bodyPr>
          <a:lstStyle>
            <a:lvl1pPr algn="l" lvl="0">
              <a:lnSpc>
                <a:spcPct val="90000"/>
              </a:lnSpc>
              <a:spcBef>
                <a:spcPts val="0"/>
              </a:spcBef>
              <a:spcAft>
                <a:spcPts val="0"/>
              </a:spcAft>
              <a:buClr>
                <a:schemeClr val="dk1"/>
              </a:buClr>
              <a:buSzPts val="1800"/>
              <a:buNone/>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48680" name="Google Shape;76;p32"/>
          <p:cNvSpPr txBox="1">
            <a:spLocks noGrp="1"/>
          </p:cNvSpPr>
          <p:nvPr>
            <p:ph type="body" idx="1"/>
          </p:nvPr>
        </p:nvSpPr>
        <p:spPr>
          <a:xfrm rot="5400000">
            <a:off x="1799431" y="-596106"/>
            <a:ext cx="5811838" cy="7734300"/>
          </a:xfrm>
          <a:prstGeom prst="rect"/>
          <a:noFill/>
          <a:ln>
            <a:noFill/>
          </a:ln>
        </p:spPr>
        <p:txBody>
          <a:bodyPr anchor="t" anchorCtr="0" bIns="45700" lIns="91425" rIns="91425" spcFirstLastPara="1" tIns="45700" wrap="square">
            <a:normAutofit/>
          </a:bodyPr>
          <a:lstStyle>
            <a:lvl1pPr algn="l" indent="-342900" lvl="0" marL="457200">
              <a:lnSpc>
                <a:spcPct val="90000"/>
              </a:lnSpc>
              <a:spcBef>
                <a:spcPts val="1000"/>
              </a:spcBef>
              <a:spcAft>
                <a:spcPts val="0"/>
              </a:spcAft>
              <a:buClr>
                <a:schemeClr val="dk1"/>
              </a:buClr>
              <a:buSzPts val="1800"/>
              <a:buChar char="•"/>
            </a:lvl1pPr>
            <a:lvl2pPr algn="l" indent="-342900" lvl="1" marL="914400">
              <a:lnSpc>
                <a:spcPct val="90000"/>
              </a:lnSpc>
              <a:spcBef>
                <a:spcPts val="500"/>
              </a:spcBef>
              <a:spcAft>
                <a:spcPts val="0"/>
              </a:spcAft>
              <a:buClr>
                <a:schemeClr val="dk1"/>
              </a:buClr>
              <a:buSzPts val="1800"/>
              <a:buChar char="•"/>
            </a:lvl2pPr>
            <a:lvl3pPr algn="l" indent="-342900" lvl="2" marL="1371600">
              <a:lnSpc>
                <a:spcPct val="90000"/>
              </a:lnSpc>
              <a:spcBef>
                <a:spcPts val="500"/>
              </a:spcBef>
              <a:spcAft>
                <a:spcPts val="0"/>
              </a:spcAft>
              <a:buClr>
                <a:schemeClr val="dk1"/>
              </a:buClr>
              <a:buSzPts val="1800"/>
              <a:buChar char="•"/>
            </a:lvl3pPr>
            <a:lvl4pPr algn="l" indent="-342900" lvl="3" marL="1828800">
              <a:lnSpc>
                <a:spcPct val="90000"/>
              </a:lnSpc>
              <a:spcBef>
                <a:spcPts val="500"/>
              </a:spcBef>
              <a:spcAft>
                <a:spcPts val="0"/>
              </a:spcAft>
              <a:buClr>
                <a:schemeClr val="dk1"/>
              </a:buClr>
              <a:buSzPts val="1800"/>
              <a:buChar char="•"/>
            </a:lvl4pPr>
            <a:lvl5pPr algn="l" indent="-342900" lvl="4" marL="2286000">
              <a:lnSpc>
                <a:spcPct val="90000"/>
              </a:lnSpc>
              <a:spcBef>
                <a:spcPts val="500"/>
              </a:spcBef>
              <a:spcAft>
                <a:spcPts val="0"/>
              </a:spcAft>
              <a:buClr>
                <a:schemeClr val="dk1"/>
              </a:buClr>
              <a:buSzPts val="1800"/>
              <a:buChar char="•"/>
            </a:lvl5pPr>
            <a:lvl6pPr algn="l" indent="-342900" lvl="5" marL="2743200">
              <a:lnSpc>
                <a:spcPct val="90000"/>
              </a:lnSpc>
              <a:spcBef>
                <a:spcPts val="500"/>
              </a:spcBef>
              <a:spcAft>
                <a:spcPts val="0"/>
              </a:spcAft>
              <a:buClr>
                <a:schemeClr val="dk1"/>
              </a:buClr>
              <a:buSzPts val="1800"/>
              <a:buChar char="•"/>
            </a:lvl6pPr>
            <a:lvl7pPr algn="l" indent="-342900" lvl="6" marL="3200400">
              <a:lnSpc>
                <a:spcPct val="90000"/>
              </a:lnSpc>
              <a:spcBef>
                <a:spcPts val="500"/>
              </a:spcBef>
              <a:spcAft>
                <a:spcPts val="0"/>
              </a:spcAft>
              <a:buClr>
                <a:schemeClr val="dk1"/>
              </a:buClr>
              <a:buSzPts val="1800"/>
              <a:buChar char="•"/>
            </a:lvl7pPr>
            <a:lvl8pPr algn="l" indent="-342900" lvl="7" marL="3657600">
              <a:lnSpc>
                <a:spcPct val="90000"/>
              </a:lnSpc>
              <a:spcBef>
                <a:spcPts val="500"/>
              </a:spcBef>
              <a:spcAft>
                <a:spcPts val="0"/>
              </a:spcAft>
              <a:buClr>
                <a:schemeClr val="dk1"/>
              </a:buClr>
              <a:buSzPts val="1800"/>
              <a:buChar char="•"/>
            </a:lvl8pPr>
            <a:lvl9pPr algn="l" indent="-342900" lvl="8" marL="4114800">
              <a:lnSpc>
                <a:spcPct val="90000"/>
              </a:lnSpc>
              <a:spcBef>
                <a:spcPts val="500"/>
              </a:spcBef>
              <a:spcAft>
                <a:spcPts val="0"/>
              </a:spcAft>
              <a:buClr>
                <a:schemeClr val="dk1"/>
              </a:buClr>
              <a:buSzPts val="1800"/>
              <a:buChar char="•"/>
            </a:lvl9pPr>
          </a:lstStyle>
          <a:p/>
        </p:txBody>
      </p:sp>
      <p:sp>
        <p:nvSpPr>
          <p:cNvPr id="1048681" name="Google Shape;77;p32"/>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82" name="Google Shape;78;p32"/>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a:spcBef>
                <a:spcPts val="0"/>
              </a:spcBef>
              <a:spcAft>
                <a:spcPts val="0"/>
              </a:spcAft>
              <a:buSzPts val="1400"/>
              <a:buNone/>
            </a:lvl1pPr>
            <a:lvl2pPr algn="l" lvl="1">
              <a:spcBef>
                <a:spcPts val="0"/>
              </a:spcBef>
              <a:spcAft>
                <a:spcPts val="0"/>
              </a:spcAft>
              <a:buSzPts val="1400"/>
              <a:buNone/>
            </a:lvl2pPr>
            <a:lvl3pPr algn="l" lvl="2">
              <a:spcBef>
                <a:spcPts val="0"/>
              </a:spcBef>
              <a:spcAft>
                <a:spcPts val="0"/>
              </a:spcAft>
              <a:buSzPts val="1400"/>
              <a:buNone/>
            </a:lvl3pPr>
            <a:lvl4pPr algn="l" lvl="3">
              <a:spcBef>
                <a:spcPts val="0"/>
              </a:spcBef>
              <a:spcAft>
                <a:spcPts val="0"/>
              </a:spcAft>
              <a:buSzPts val="1400"/>
              <a:buNone/>
            </a:lvl4pPr>
            <a:lvl5pPr algn="l" lvl="4">
              <a:spcBef>
                <a:spcPts val="0"/>
              </a:spcBef>
              <a:spcAft>
                <a:spcPts val="0"/>
              </a:spcAft>
              <a:buSzPts val="1400"/>
              <a:buNone/>
            </a:lvl5pPr>
            <a:lvl6pPr algn="l" lvl="5">
              <a:spcBef>
                <a:spcPts val="0"/>
              </a:spcBef>
              <a:spcAft>
                <a:spcPts val="0"/>
              </a:spcAft>
              <a:buSzPts val="1400"/>
              <a:buNone/>
            </a:lvl6pPr>
            <a:lvl7pPr algn="l" lvl="6">
              <a:spcBef>
                <a:spcPts val="0"/>
              </a:spcBef>
              <a:spcAft>
                <a:spcPts val="0"/>
              </a:spcAft>
              <a:buSzPts val="1400"/>
              <a:buNone/>
            </a:lvl7pPr>
            <a:lvl8pPr algn="l" lvl="7">
              <a:spcBef>
                <a:spcPts val="0"/>
              </a:spcBef>
              <a:spcAft>
                <a:spcPts val="0"/>
              </a:spcAft>
              <a:buSzPts val="1400"/>
              <a:buNone/>
            </a:lvl8pPr>
            <a:lvl9pPr algn="l" lvl="8">
              <a:spcBef>
                <a:spcPts val="0"/>
              </a:spcBef>
              <a:spcAft>
                <a:spcPts val="0"/>
              </a:spcAft>
              <a:buSzPts val="1400"/>
              <a:buNone/>
            </a:lvl9pPr>
          </a:lstStyle>
          <a:p/>
        </p:txBody>
      </p:sp>
      <p:sp>
        <p:nvSpPr>
          <p:cNvPr id="1048683" name="Google Shape;79;p32"/>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a:spcBef>
                <a:spcPts val="0"/>
              </a:spcBef>
              <a:buNone/>
            </a:lvl1pPr>
            <a:lvl2pPr algn="r" indent="0" lvl="1" marL="0">
              <a:spcBef>
                <a:spcPts val="0"/>
              </a:spcBef>
              <a:buNone/>
            </a:lvl2pPr>
            <a:lvl3pPr algn="r" indent="0" lvl="2" marL="0">
              <a:spcBef>
                <a:spcPts val="0"/>
              </a:spcBef>
              <a:buNone/>
            </a:lvl3pPr>
            <a:lvl4pPr algn="r" indent="0" lvl="3" marL="0">
              <a:spcBef>
                <a:spcPts val="0"/>
              </a:spcBef>
              <a:buNone/>
            </a:lvl4pPr>
            <a:lvl5pPr algn="r" indent="0" lvl="4" marL="0">
              <a:spcBef>
                <a:spcPts val="0"/>
              </a:spcBef>
              <a:buNone/>
            </a:lvl5pPr>
            <a:lvl6pPr algn="r" indent="0" lvl="5" marL="0">
              <a:spcBef>
                <a:spcPts val="0"/>
              </a:spcBef>
              <a:buNone/>
            </a:lvl6pPr>
            <a:lvl7pPr algn="r" indent="0" lvl="6" marL="0">
              <a:spcBef>
                <a:spcPts val="0"/>
              </a:spcBef>
              <a:buNone/>
            </a:lvl7pPr>
            <a:lvl8pPr algn="r" indent="0" lvl="7" marL="0">
              <a:spcBef>
                <a:spcPts val="0"/>
              </a:spcBef>
              <a:buNone/>
            </a:lvl8pPr>
            <a:lvl9pPr algn="r" indent="0" lvl="8" marL="0">
              <a:spcBef>
                <a:spcPts val="0"/>
              </a:spcBef>
              <a:buNone/>
            </a:lvl9pPr>
          </a:lstStyle>
          <a:p>
            <a:pPr algn="r" indent="0" lvl="0" marL="0"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2" name="Shape 5"/>
        <p:cNvGrpSpPr/>
        <p:nvPr/>
      </p:nvGrpSpPr>
      <p:grpSpPr>
        <a:xfrm>
          <a:off x="0" y="0"/>
          <a:ext cx="0" cy="0"/>
          <a:chOff x="0" y="0"/>
          <a:chExt cx="0" cy="0"/>
        </a:xfrm>
      </p:grpSpPr>
      <p:sp>
        <p:nvSpPr>
          <p:cNvPr id="1048576" name="Google Shape;6;p21"/>
          <p:cNvSpPr txBox="1">
            <a:spLocks noGrp="1"/>
          </p:cNvSpPr>
          <p:nvPr>
            <p:ph type="title"/>
          </p:nvPr>
        </p:nvSpPr>
        <p:spPr>
          <a:xfrm>
            <a:off x="838200" y="365125"/>
            <a:ext cx="10515600" cy="1325563"/>
          </a:xfrm>
          <a:prstGeom prst="rect"/>
          <a:noFill/>
          <a:ln>
            <a:noFill/>
          </a:ln>
        </p:spPr>
        <p:txBody>
          <a:bodyPr anchor="ctr" anchorCtr="0" bIns="45700" lIns="91425" rIns="91425" spcFirstLastPara="1" tIns="45700" wrap="square">
            <a:normAutofit/>
          </a:bodyPr>
          <a:lstStyle>
            <a:lvl1pPr algn="l" lvl="0" marR="0" rtl="0">
              <a:lnSpc>
                <a:spcPct val="90000"/>
              </a:lnSpc>
              <a:spcBef>
                <a:spcPts val="0"/>
              </a:spcBef>
              <a:spcAft>
                <a:spcPts val="0"/>
              </a:spcAft>
              <a:buClr>
                <a:schemeClr val="dk1"/>
              </a:buClr>
              <a:buSzPts val="4400"/>
              <a:buFont typeface="Calibri" panose="020F0502020204030204"/>
              <a:buNone/>
              <a:defRPr b="0" cap="none" sz="4400" i="0" strike="noStrike" u="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48577" name="Google Shape;7;p21"/>
          <p:cNvSpPr txBox="1">
            <a:spLocks noGrp="1"/>
          </p:cNvSpPr>
          <p:nvPr>
            <p:ph type="body" idx="1"/>
          </p:nvPr>
        </p:nvSpPr>
        <p:spPr>
          <a:xfrm>
            <a:off x="838200" y="1825625"/>
            <a:ext cx="10515600" cy="4351338"/>
          </a:xfrm>
          <a:prstGeom prst="rect"/>
          <a:noFill/>
          <a:ln>
            <a:noFill/>
          </a:ln>
        </p:spPr>
        <p:txBody>
          <a:bodyPr anchor="t" anchorCtr="0" bIns="45700" lIns="91425" rIns="91425" spcFirstLastPara="1" tIns="45700" wrap="square">
            <a:normAutofit/>
          </a:bodyPr>
          <a:lstStyle>
            <a:lvl1pPr algn="l" indent="-406400" lvl="0" marL="457200" marR="0" rtl="0">
              <a:lnSpc>
                <a:spcPct val="90000"/>
              </a:lnSpc>
              <a:spcBef>
                <a:spcPts val="1000"/>
              </a:spcBef>
              <a:spcAft>
                <a:spcPts val="0"/>
              </a:spcAft>
              <a:buClr>
                <a:schemeClr val="dk1"/>
              </a:buClr>
              <a:buSzPts val="2800"/>
              <a:buFont typeface="Arial" panose="020B0604020202020204"/>
              <a:buChar char="•"/>
              <a:defRPr b="0" cap="none" sz="2800" i="0" strike="noStrike" u="none">
                <a:solidFill>
                  <a:schemeClr val="dk1"/>
                </a:solidFill>
                <a:latin typeface="Calibri" panose="020F0502020204030204"/>
                <a:ea typeface="Calibri" panose="020F0502020204030204"/>
                <a:cs typeface="Calibri" panose="020F0502020204030204"/>
                <a:sym typeface="Calibri" panose="020F0502020204030204"/>
              </a:defRPr>
            </a:lvl1pPr>
            <a:lvl2pPr algn="l" indent="-381000" lvl="1" marL="914400" marR="0" rtl="0">
              <a:lnSpc>
                <a:spcPct val="90000"/>
              </a:lnSpc>
              <a:spcBef>
                <a:spcPts val="500"/>
              </a:spcBef>
              <a:spcAft>
                <a:spcPts val="0"/>
              </a:spcAft>
              <a:buClr>
                <a:schemeClr val="dk1"/>
              </a:buClr>
              <a:buSzPts val="2400"/>
              <a:buFont typeface="Arial" panose="020B0604020202020204"/>
              <a:buChar char="•"/>
              <a:defRPr b="0" cap="none" sz="2400" i="0" strike="noStrike" u="none">
                <a:solidFill>
                  <a:schemeClr val="dk1"/>
                </a:solidFill>
                <a:latin typeface="Calibri" panose="020F0502020204030204"/>
                <a:ea typeface="Calibri" panose="020F0502020204030204"/>
                <a:cs typeface="Calibri" panose="020F0502020204030204"/>
                <a:sym typeface="Calibri" panose="020F0502020204030204"/>
              </a:defRPr>
            </a:lvl2pPr>
            <a:lvl3pPr algn="l" indent="-355600" lvl="2" marL="1371600" marR="0" rtl="0">
              <a:lnSpc>
                <a:spcPct val="90000"/>
              </a:lnSpc>
              <a:spcBef>
                <a:spcPts val="500"/>
              </a:spcBef>
              <a:spcAft>
                <a:spcPts val="0"/>
              </a:spcAft>
              <a:buClr>
                <a:schemeClr val="dk1"/>
              </a:buClr>
              <a:buSzPts val="2000"/>
              <a:buFont typeface="Arial" panose="020B0604020202020204"/>
              <a:buChar char="•"/>
              <a:defRPr b="0" cap="none" sz="2000" i="0" strike="noStrike" u="none">
                <a:solidFill>
                  <a:schemeClr val="dk1"/>
                </a:solidFill>
                <a:latin typeface="Calibri" panose="020F0502020204030204"/>
                <a:ea typeface="Calibri" panose="020F0502020204030204"/>
                <a:cs typeface="Calibri" panose="020F0502020204030204"/>
                <a:sym typeface="Calibri" panose="020F0502020204030204"/>
              </a:defRPr>
            </a:lvl3pPr>
            <a:lvl4pPr algn="l" indent="-342900" lvl="3" marL="1828800" marR="0" rtl="0">
              <a:lnSpc>
                <a:spcPct val="90000"/>
              </a:lnSpc>
              <a:spcBef>
                <a:spcPts val="500"/>
              </a:spcBef>
              <a:spcAft>
                <a:spcPts val="0"/>
              </a:spcAft>
              <a:buClr>
                <a:schemeClr val="dk1"/>
              </a:buClr>
              <a:buSzPts val="1800"/>
              <a:buFont typeface="Arial" panose="020B0604020202020204"/>
              <a:buChar char="•"/>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4pPr>
            <a:lvl5pPr algn="l" indent="-342900" lvl="4" marL="2286000" marR="0" rtl="0">
              <a:lnSpc>
                <a:spcPct val="90000"/>
              </a:lnSpc>
              <a:spcBef>
                <a:spcPts val="500"/>
              </a:spcBef>
              <a:spcAft>
                <a:spcPts val="0"/>
              </a:spcAft>
              <a:buClr>
                <a:schemeClr val="dk1"/>
              </a:buClr>
              <a:buSzPts val="1800"/>
              <a:buFont typeface="Arial" panose="020B0604020202020204"/>
              <a:buChar char="•"/>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5pPr>
            <a:lvl6pPr algn="l" indent="-342900" lvl="5" marL="2743200" marR="0" rtl="0">
              <a:lnSpc>
                <a:spcPct val="90000"/>
              </a:lnSpc>
              <a:spcBef>
                <a:spcPts val="500"/>
              </a:spcBef>
              <a:spcAft>
                <a:spcPts val="0"/>
              </a:spcAft>
              <a:buClr>
                <a:schemeClr val="dk1"/>
              </a:buClr>
              <a:buSzPts val="1800"/>
              <a:buFont typeface="Arial" panose="020B0604020202020204"/>
              <a:buChar char="•"/>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6pPr>
            <a:lvl7pPr algn="l" indent="-342900" lvl="6" marL="3200400" marR="0" rtl="0">
              <a:lnSpc>
                <a:spcPct val="90000"/>
              </a:lnSpc>
              <a:spcBef>
                <a:spcPts val="500"/>
              </a:spcBef>
              <a:spcAft>
                <a:spcPts val="0"/>
              </a:spcAft>
              <a:buClr>
                <a:schemeClr val="dk1"/>
              </a:buClr>
              <a:buSzPts val="1800"/>
              <a:buFont typeface="Arial" panose="020B0604020202020204"/>
              <a:buChar char="•"/>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7pPr>
            <a:lvl8pPr algn="l" indent="-342900" lvl="7" marL="3657600" marR="0" rtl="0">
              <a:lnSpc>
                <a:spcPct val="90000"/>
              </a:lnSpc>
              <a:spcBef>
                <a:spcPts val="500"/>
              </a:spcBef>
              <a:spcAft>
                <a:spcPts val="0"/>
              </a:spcAft>
              <a:buClr>
                <a:schemeClr val="dk1"/>
              </a:buClr>
              <a:buSzPts val="1800"/>
              <a:buFont typeface="Arial" panose="020B0604020202020204"/>
              <a:buChar char="•"/>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8pPr>
            <a:lvl9pPr algn="l" indent="-342900" lvl="8" marL="4114800" marR="0" rtl="0">
              <a:lnSpc>
                <a:spcPct val="90000"/>
              </a:lnSpc>
              <a:spcBef>
                <a:spcPts val="500"/>
              </a:spcBef>
              <a:spcAft>
                <a:spcPts val="0"/>
              </a:spcAft>
              <a:buClr>
                <a:schemeClr val="dk1"/>
              </a:buClr>
              <a:buSzPts val="1800"/>
              <a:buFont typeface="Arial" panose="020B0604020202020204"/>
              <a:buChar char="•"/>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78" name="Google Shape;8;p21"/>
          <p:cNvSpPr txBox="1">
            <a:spLocks noGrp="1"/>
          </p:cNvSpPr>
          <p:nvPr>
            <p:ph type="dt" idx="10"/>
          </p:nvPr>
        </p:nvSpPr>
        <p:spPr>
          <a:xfrm>
            <a:off x="838200" y="6356350"/>
            <a:ext cx="2743200" cy="365125"/>
          </a:xfrm>
          <a:prstGeom prst="rect"/>
          <a:noFill/>
          <a:ln>
            <a:noFill/>
          </a:ln>
        </p:spPr>
        <p:txBody>
          <a:bodyPr anchor="ctr" anchorCtr="0" bIns="45700" lIns="91425" rIns="91425" spcFirstLastPara="1" tIns="45700" wrap="square">
            <a:noAutofit/>
          </a:bodyPr>
          <a:lstStyle>
            <a:lvl1pPr algn="l" lvl="0" marR="0" rtl="0">
              <a:spcBef>
                <a:spcPts val="0"/>
              </a:spcBef>
              <a:spcAft>
                <a:spcPts val="0"/>
              </a:spcAft>
              <a:buSzPts val="1400"/>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1pPr>
            <a:lvl2pPr algn="l" lvl="1"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2pPr>
            <a:lvl3pPr algn="l" lvl="2"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3pPr>
            <a:lvl4pPr algn="l" lvl="3"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4pPr>
            <a:lvl5pPr algn="l" lvl="4"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5pPr>
            <a:lvl6pPr algn="l" lvl="5"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6pPr>
            <a:lvl7pPr algn="l" lvl="6"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7pPr>
            <a:lvl8pPr algn="l" lvl="7"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8pPr>
            <a:lvl9pPr algn="l" lvl="8"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79" name="Google Shape;9;p21"/>
          <p:cNvSpPr txBox="1">
            <a:spLocks noGrp="1"/>
          </p:cNvSpPr>
          <p:nvPr>
            <p:ph type="ftr" idx="11"/>
          </p:nvPr>
        </p:nvSpPr>
        <p:spPr>
          <a:xfrm>
            <a:off x="4038600" y="6356350"/>
            <a:ext cx="4114800" cy="365125"/>
          </a:xfrm>
          <a:prstGeom prst="rect"/>
          <a:noFill/>
          <a:ln>
            <a:noFill/>
          </a:ln>
        </p:spPr>
        <p:txBody>
          <a:bodyPr anchor="ctr" anchorCtr="0" bIns="45700" lIns="91425" rIns="91425" spcFirstLastPara="1" tIns="45700" wrap="square">
            <a:noAutofit/>
          </a:bodyPr>
          <a:lstStyle>
            <a:lvl1pPr algn="ctr" lvl="0" marR="0" rtl="0">
              <a:spcBef>
                <a:spcPts val="0"/>
              </a:spcBef>
              <a:spcAft>
                <a:spcPts val="0"/>
              </a:spcAft>
              <a:buSzPts val="1400"/>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1pPr>
            <a:lvl2pPr algn="l" lvl="1"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2pPr>
            <a:lvl3pPr algn="l" lvl="2"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3pPr>
            <a:lvl4pPr algn="l" lvl="3"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4pPr>
            <a:lvl5pPr algn="l" lvl="4"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5pPr>
            <a:lvl6pPr algn="l" lvl="5"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6pPr>
            <a:lvl7pPr algn="l" lvl="6"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7pPr>
            <a:lvl8pPr algn="l" lvl="7"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8pPr>
            <a:lvl9pPr algn="l" lvl="8" marR="0" rtl="0">
              <a:spcBef>
                <a:spcPts val="0"/>
              </a:spcBef>
              <a:spcAft>
                <a:spcPts val="0"/>
              </a:spcAft>
              <a:buSzPts val="1400"/>
              <a:buNone/>
              <a:defRPr b="0" cap="none" sz="1800" i="0" strike="noStrike" u="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48580" name="Google Shape;10;p21"/>
          <p:cNvSpPr txBox="1">
            <a:spLocks noGrp="1"/>
          </p:cNvSpPr>
          <p:nvPr>
            <p:ph type="sldNum" idx="12"/>
          </p:nvPr>
        </p:nvSpPr>
        <p:spPr>
          <a:xfrm>
            <a:off x="8610600" y="6356350"/>
            <a:ext cx="2743200" cy="365125"/>
          </a:xfrm>
          <a:prstGeom prst="rect"/>
          <a:noFill/>
          <a:ln>
            <a:noFill/>
          </a:ln>
        </p:spPr>
        <p:txBody>
          <a:bodyPr anchor="ctr" anchorCtr="0" bIns="45700" lIns="91425" rIns="91425" spcFirstLastPara="1" tIns="45700" wrap="square">
            <a:noAutofit/>
          </a:bodyPr>
          <a:lstStyle>
            <a:lvl1pPr algn="r" indent="0" lvl="0"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1pPr>
            <a:lvl2pPr algn="r" indent="0" lvl="1"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2pPr>
            <a:lvl3pPr algn="r" indent="0" lvl="2"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3pPr>
            <a:lvl4pPr algn="r" indent="0" lvl="3"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4pPr>
            <a:lvl5pPr algn="r" indent="0" lvl="4"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5pPr>
            <a:lvl6pPr algn="r" indent="0" lvl="5"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6pPr>
            <a:lvl7pPr algn="r" indent="0" lvl="6"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7pPr>
            <a:lvl8pPr algn="r" indent="0" lvl="7"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8pPr>
            <a:lvl9pPr algn="r" indent="0" lvl="8" marL="0" marR="0" rtl="0">
              <a:spcBef>
                <a:spcPts val="0"/>
              </a:spcBef>
              <a:buNone/>
              <a:defRPr b="0" cap="none" sz="1200" i="0" strike="noStrike" u="none">
                <a:solidFill>
                  <a:srgbClr val="888888"/>
                </a:solidFill>
                <a:latin typeface="Calibri" panose="020F0502020204030204"/>
                <a:ea typeface="Calibri" panose="020F0502020204030204"/>
                <a:cs typeface="Calibri" panose="020F0502020204030204"/>
                <a:sym typeface="Calibri" panose="020F0502020204030204"/>
              </a:defRPr>
            </a:lvl9pPr>
          </a:lstStyle>
          <a:p>
            <a:pPr algn="r" indent="0" lvl="0" marL="0" rtl="0">
              <a:spcBef>
                <a:spcPts val="0"/>
              </a:spcBef>
              <a:spcAft>
                <a:spcPts val="0"/>
              </a:spcAft>
              <a:buNone/>
            </a:pPr>
            <a:fld id="{00000000-1234-1234-1234-123412341234}" type="slidenum">
              <a:rPr lang="en-US"/>
              <a:t>‹#›</a:t>
            </a:fld>
            <a:endParaRPr lang="en-US"/>
          </a:p>
        </p:txBody>
      </p:sp>
    </p:spTree>
  </p:cSld>
  <p:clrMap accent1="accent1" accent2="accent2" accent3="accent3" accent4="accent4" accent5="accent5" accent6="accent6" bg1="lt1" bg2="dk2" tx1="dk1" tx2="lt2"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1pPr>
      <a:lvl2pPr algn="l" lvl="1"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2pPr>
      <a:lvl3pPr algn="l" lvl="2"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3pPr>
      <a:lvl4pPr algn="l" lvl="3"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4pPr>
      <a:lvl5pPr algn="l" lvl="4"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5pPr>
      <a:lvl6pPr algn="l" lvl="5"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6pPr>
      <a:lvl7pPr algn="l" lvl="6"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7pPr>
      <a:lvl8pPr algn="l" lvl="7"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8pPr>
      <a:lvl9pPr algn="l" lvl="8"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1pPr>
      <a:lvl2pPr algn="l" lvl="1"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2pPr>
      <a:lvl3pPr algn="l" lvl="2"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3pPr>
      <a:lvl4pPr algn="l" lvl="3"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4pPr>
      <a:lvl5pPr algn="l" lvl="4"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5pPr>
      <a:lvl6pPr algn="l" lvl="5"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6pPr>
      <a:lvl7pPr algn="l" lvl="6"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7pPr>
      <a:lvl8pPr algn="l" lvl="7"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8pPr>
      <a:lvl9pPr algn="l" lvl="8"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1pPr>
      <a:lvl2pPr algn="l" lvl="1"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2pPr>
      <a:lvl3pPr algn="l" lvl="2"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3pPr>
      <a:lvl4pPr algn="l" lvl="3"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4pPr>
      <a:lvl5pPr algn="l" lvl="4"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5pPr>
      <a:lvl6pPr algn="l" lvl="5"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6pPr>
      <a:lvl7pPr algn="l" lvl="6"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7pPr>
      <a:lvl8pPr algn="l" lvl="7"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8pPr>
      <a:lvl9pPr algn="l" lvl="8" marR="0" rtl="0">
        <a:lnSpc>
          <a:spcPct val="100000"/>
        </a:lnSpc>
        <a:spcBef>
          <a:spcPts val="0"/>
        </a:spcBef>
        <a:spcAft>
          <a:spcPts val="0"/>
        </a:spcAft>
        <a:buClr>
          <a:srgbClr val="000000"/>
        </a:buClr>
        <a:buFont typeface="Arial" panose="020B0604020202020204"/>
        <a:defRPr b="0" cap="none" sz="1400" i="0" strike="noStrike" u="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8.xml"/><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8.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8.xml"/><Relationship Id="rId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86" name="Title 1"/>
          <p:cNvSpPr>
            <a:spLocks noGrp="1"/>
          </p:cNvSpPr>
          <p:nvPr>
            <p:ph type="title"/>
          </p:nvPr>
        </p:nvSpPr>
        <p:spPr/>
        <p:txBody>
          <a:bodyPr>
            <a:normAutofit fontScale="96667"/>
          </a:bodyPr>
          <a:p>
            <a:pPr algn="ctr"/>
            <a:r>
              <a:rPr b="1" sz="6600" lang="en-US"/>
              <a:t>IBM University Engagement Project Submission</a:t>
            </a:r>
            <a:br>
              <a:rPr b="1" lang="en-US"/>
            </a:br>
            <a:endParaRPr lang="en-IN"/>
          </a:p>
        </p:txBody>
      </p:sp>
      <p:sp>
        <p:nvSpPr>
          <p:cNvPr id="1048587" name="Text Placeholder 2"/>
          <p:cNvSpPr>
            <a:spLocks noGrp="1"/>
          </p:cNvSpPr>
          <p:nvPr>
            <p:ph type="body" idx="1"/>
          </p:nvPr>
        </p:nvSpPr>
        <p:spPr>
          <a:xfrm>
            <a:off x="1014730" y="3903663"/>
            <a:ext cx="10515600" cy="1500187"/>
          </a:xfrm>
        </p:spPr>
        <p:txBody>
          <a:bodyPr/>
          <a:p>
            <a:pPr algn="ctr"/>
            <a:r>
              <a:rPr b="1" i="1" lang="en-US"/>
              <a:t>“Exploring the Power of Agentic AI with IBM Granite and </a:t>
            </a:r>
            <a:r>
              <a:rPr b="1" i="1" lang="en-US" err="1"/>
              <a:t>LangFlow</a:t>
            </a:r>
            <a:r>
              <a:rPr b="1" i="1" lang="en-US"/>
              <a:t>”</a:t>
            </a: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2" name="Shape 90"/>
        <p:cNvGrpSpPr/>
        <p:nvPr/>
      </p:nvGrpSpPr>
      <p:grpSpPr>
        <a:xfrm>
          <a:off x="0" y="0"/>
          <a:ext cx="0" cy="0"/>
          <a:chOff x="0" y="0"/>
          <a:chExt cx="0" cy="0"/>
        </a:xfrm>
      </p:grpSpPr>
      <p:sp>
        <p:nvSpPr>
          <p:cNvPr id="1048594" name="Google Shape;92;p2"/>
          <p:cNvSpPr/>
          <p:nvPr/>
        </p:nvSpPr>
        <p:spPr>
          <a:xfrm>
            <a:off x="690624" y="4425370"/>
            <a:ext cx="10795794" cy="199230"/>
          </a:xfrm>
          <a:prstGeom prst="rect"/>
          <a:noFill/>
          <a:ln>
            <a:noFill/>
          </a:ln>
        </p:spPr>
        <p:txBody>
          <a:bodyPr anchor="t" anchorCtr="0" bIns="0" lIns="0" rIns="0" spcFirstLastPara="1" tIns="0" wrap="square">
            <a:noAutofit/>
          </a:bodyPr>
          <a:p>
            <a:pPr algn="l" indent="0" lvl="0" marL="0" marR="0" rtl="0">
              <a:lnSpc>
                <a:spcPct val="160000"/>
              </a:lnSpc>
              <a:spcBef>
                <a:spcPts val="0"/>
              </a:spcBef>
              <a:spcAft>
                <a:spcPts val="0"/>
              </a:spcAft>
              <a:buClr>
                <a:schemeClr val="dk1"/>
              </a:buClr>
              <a:buSzPts val="1500"/>
              <a:buFont typeface="Calibri" panose="020F0502020204030204"/>
              <a:buNone/>
            </a:pPr>
            <a:endParaRPr b="0" cap="none" sz="1500" i="0" strike="noStrike" u="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595" name="Google Shape;95;p2"/>
          <p:cNvSpPr txBox="1"/>
          <p:nvPr/>
        </p:nvSpPr>
        <p:spPr>
          <a:xfrm>
            <a:off x="1102321" y="1174639"/>
            <a:ext cx="7426406" cy="451519"/>
          </a:xfrm>
          <a:prstGeom prst="rect"/>
          <a:noFill/>
          <a:ln>
            <a:noFill/>
          </a:ln>
        </p:spPr>
        <p:txBody>
          <a:bodyPr anchor="ctr" anchorCtr="0" bIns="45700" lIns="91425" rIns="91425" spcFirstLastPara="1" tIns="45700" wrap="square">
            <a:noAutofit/>
          </a:bodyPr>
          <a:p>
            <a:pPr algn="ctr" indent="0" lvl="0" marL="0" marR="0" rtl="0">
              <a:lnSpc>
                <a:spcPct val="90000"/>
              </a:lnSpc>
              <a:spcBef>
                <a:spcPts val="0"/>
              </a:spcBef>
              <a:spcAft>
                <a:spcPts val="0"/>
              </a:spcAft>
              <a:buClr>
                <a:srgbClr val="002060"/>
              </a:buClr>
              <a:buSzPts val="3200"/>
              <a:buFont typeface="Times New Roman" panose="02020603050405020304"/>
              <a:buNone/>
            </a:pPr>
            <a:endParaRPr b="1" cap="none" sz="3200" i="0" strike="noStrike" u="none">
              <a:solidFill>
                <a:srgbClr val="002060"/>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4194304" name="Google Shape;96;p2"/>
          <p:cNvGraphicFramePr>
            <a:graphicFrameLocks/>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gridCol w="2443374"/>
                <a:gridCol w="2443374"/>
                <a:gridCol w="2443374"/>
              </a:tblGrid>
              <a:tr h="973237">
                <a:tc>
                  <a:txBody>
                    <a:bodyPr/>
                    <a:p>
                      <a:pPr algn="ctr" indent="0" lvl="0" marL="0" marR="0" rtl="0">
                        <a:spcBef>
                          <a:spcPts val="0"/>
                        </a:spcBef>
                        <a:spcAft>
                          <a:spcPts val="0"/>
                        </a:spcAft>
                        <a:buNone/>
                      </a:pPr>
                      <a:r>
                        <a:rPr cap="none" dirty="0" sz="1800" lang="en-US" strike="noStrike" u="none"/>
                        <a:t>Student Name</a:t>
                      </a:r>
                      <a:endParaRPr cap="none" dirty="0" sz="1800" strike="noStrike" u="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p>
                      <a:pPr algn="ctr" indent="0" lvl="0" marL="0" marR="0" rtl="0">
                        <a:spcBef>
                          <a:spcPts val="0"/>
                        </a:spcBef>
                        <a:spcAft>
                          <a:spcPts val="0"/>
                        </a:spcAft>
                        <a:buNone/>
                      </a:pPr>
                      <a:r>
                        <a:rPr cap="none" sz="1800" lang="en-US" strike="noStrike" u="none"/>
                        <a:t>Recent Passport Photo</a:t>
                      </a:r>
                      <a:endParaRPr cap="none" sz="1800" strike="noStrike" u="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p>
                      <a:pPr algn="ctr" indent="0" lvl="0" marL="0" marR="0" rtl="0">
                        <a:lnSpc>
                          <a:spcPct val="100000"/>
                        </a:lnSpc>
                        <a:spcBef>
                          <a:spcPts val="0"/>
                        </a:spcBef>
                        <a:spcAft>
                          <a:spcPts val="0"/>
                        </a:spcAft>
                        <a:buClr>
                          <a:srgbClr val="000000"/>
                        </a:buClr>
                        <a:buSzPts val="1800"/>
                        <a:buFont typeface="Arial" panose="020B0604020202020204"/>
                        <a:buNone/>
                      </a:pPr>
                      <a:r>
                        <a:rPr b="0" cap="none" sz="1800" i="0" lang="en-US" strike="noStrike" u="none">
                          <a:solidFill>
                            <a:srgbClr val="000000"/>
                          </a:solidFill>
                          <a:latin typeface="Arial" panose="020B0604020202020204"/>
                          <a:ea typeface="Calibri" panose="020F0502020204030204"/>
                          <a:cs typeface="Arial" panose="020B0604020202020204"/>
                          <a:sym typeface="Calibri" panose="020F0502020204030204"/>
                        </a:rPr>
                        <a:t>Email ID </a:t>
                      </a:r>
                      <a:endParaRPr b="0" cap="none" sz="1800" i="0" strike="noStrike" u="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p>
                      <a:pPr algn="ctr" indent="0" lvl="0" marL="0" marR="0" rtl="0">
                        <a:lnSpc>
                          <a:spcPct val="100000"/>
                        </a:lnSpc>
                        <a:spcBef>
                          <a:spcPts val="0"/>
                        </a:spcBef>
                        <a:spcAft>
                          <a:spcPts val="0"/>
                        </a:spcAft>
                        <a:buClr>
                          <a:schemeClr val="lt1"/>
                        </a:buClr>
                        <a:buSzPts val="1800"/>
                        <a:buFont typeface="Calibri" panose="020F0502020204030204"/>
                        <a:buNone/>
                      </a:pPr>
                      <a:r>
                        <a:rPr b="0" cap="none" sz="1800" i="0" lang="en-US" strike="noStrike" u="none">
                          <a:solidFill>
                            <a:srgbClr val="000000"/>
                          </a:solidFill>
                          <a:latin typeface="Arial" panose="020B0604020202020204"/>
                          <a:ea typeface="Calibri" panose="020F0502020204030204"/>
                          <a:cs typeface="Arial" panose="020B0604020202020204"/>
                          <a:sym typeface="Calibri" panose="020F0502020204030204"/>
                        </a:rPr>
                        <a:t>Mobile number</a:t>
                      </a:r>
                      <a:endParaRPr b="0" cap="none" sz="1800" i="0" strike="noStrike" u="none">
                        <a:solidFill>
                          <a:srgbClr val="000000"/>
                        </a:solidFill>
                        <a:latin typeface="Arial" panose="020B0604020202020204"/>
                        <a:cs typeface="Arial" panose="020B0604020202020204"/>
                        <a:sym typeface="Arial" panose="020B0604020202020204"/>
                      </a:endParaRPr>
                    </a:p>
                    <a:p>
                      <a:pPr algn="ctr" indent="0" lvl="0" marL="0" marR="0" rtl="0">
                        <a:lnSpc>
                          <a:spcPct val="100000"/>
                        </a:lnSpc>
                        <a:spcBef>
                          <a:spcPts val="0"/>
                        </a:spcBef>
                        <a:spcAft>
                          <a:spcPts val="0"/>
                        </a:spcAft>
                        <a:buClr>
                          <a:schemeClr val="lt1"/>
                        </a:buClr>
                        <a:buSzPts val="1800"/>
                        <a:buFont typeface="Calibri" panose="020F0502020204030204"/>
                        <a:buNone/>
                      </a:pPr>
                      <a:r>
                        <a:rPr b="0" cap="none" sz="1800" i="0" lang="en-US" strike="noStrike" u="none">
                          <a:solidFill>
                            <a:srgbClr val="000000"/>
                          </a:solidFill>
                          <a:latin typeface="Arial" panose="020B0604020202020204"/>
                          <a:ea typeface="Calibri" panose="020F0502020204030204"/>
                          <a:cs typeface="Arial" panose="020B0604020202020204"/>
                          <a:sym typeface="Calibri" panose="020F0502020204030204"/>
                        </a:rPr>
                        <a:t>[WhatsApp] </a:t>
                      </a:r>
                      <a:endParaRPr b="0" cap="none" sz="1800" i="0" strike="noStrike" u="none">
                        <a:solidFill>
                          <a:srgbClr val="000000"/>
                        </a:solidFill>
                        <a:latin typeface="Arial" panose="020B0604020202020204"/>
                        <a:cs typeface="Arial" panose="020B0604020202020204"/>
                        <a:sym typeface="Arial" panose="020B0604020202020204"/>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r>
              <a:tr h="1193891">
                <a:tc>
                  <a:txBody>
                    <a:bodyPr/>
                    <a:p>
                      <a:pPr algn="l" indent="0" lvl="0" marL="0" marR="0" rtl="0">
                        <a:spcBef>
                          <a:spcPts val="0"/>
                        </a:spcBef>
                        <a:spcAft>
                          <a:spcPts val="0"/>
                        </a:spcAft>
                        <a:buNone/>
                      </a:pPr>
                      <a:r>
                        <a:rPr dirty="0" lang="en-US"/>
                        <a:t>Soni Pratham </a:t>
                      </a:r>
                      <a:r>
                        <a:rPr dirty="0" lang="en-US" err="1"/>
                        <a:t>Hardikkumar</a:t>
                      </a:r>
                      <a:endParaRPr dirty="0" lang="en-US"/>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p>
                      <a:pPr algn="l" indent="0" lvl="0" marL="0" marR="0"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p>
                      <a:pPr algn="l" indent="0" lvl="0" marL="0" marR="0" rtl="0">
                        <a:spcBef>
                          <a:spcPts val="0"/>
                        </a:spcBef>
                        <a:spcAft>
                          <a:spcPts val="0"/>
                        </a:spcAft>
                        <a:buNone/>
                      </a:pPr>
                      <a:r>
                        <a:rPr dirty="0" lang="en-US"/>
                        <a:t>25BEITM072@SVITVASAD.AC.IN</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p>
                      <a:pPr algn="l" indent="0" lvl="0" marL="0" marR="0" rtl="0">
                        <a:spcBef>
                          <a:spcPts val="0"/>
                        </a:spcBef>
                        <a:spcAft>
                          <a:spcPts val="0"/>
                        </a:spcAft>
                        <a:buNone/>
                      </a:pPr>
                      <a:r>
                        <a:rPr dirty="0" lang="en-US"/>
                        <a:t>8128576288</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r>
            </a:tbl>
          </a:graphicData>
        </a:graphic>
      </p:graphicFrame>
      <p:sp>
        <p:nvSpPr>
          <p:cNvPr id="1048596" name="TextBox 3"/>
          <p:cNvSpPr txBox="1"/>
          <p:nvPr/>
        </p:nvSpPr>
        <p:spPr>
          <a:xfrm>
            <a:off x="1206164" y="1460724"/>
            <a:ext cx="10280254" cy="460375"/>
          </a:xfrm>
          <a:prstGeom prst="rect"/>
          <a:noFill/>
        </p:spPr>
        <p:txBody>
          <a:bodyPr rtlCol="0" wrap="square">
            <a:spAutoFit/>
          </a:bodyPr>
          <a:p>
            <a:r>
              <a:rPr b="1" sz="2400" lang="en-US"/>
              <a:t>Domain of  Project – </a:t>
            </a:r>
            <a:r>
              <a:rPr b="1" sz="2400" lang="en-US">
                <a:highlight>
                  <a:srgbClr val="FFFF00"/>
                </a:highlight>
                <a:sym typeface="+mn-ea"/>
              </a:rPr>
              <a:t>Healthcare</a:t>
            </a:r>
            <a:endParaRPr b="1" sz="2400" lang="en-IN">
              <a:highlight>
                <a:srgbClr val="FFFF00"/>
              </a:highlight>
            </a:endParaRPr>
          </a:p>
        </p:txBody>
      </p:sp>
      <p:sp>
        <p:nvSpPr>
          <p:cNvPr id="1048597" name="TextBox 6"/>
          <p:cNvSpPr txBox="1"/>
          <p:nvPr/>
        </p:nvSpPr>
        <p:spPr>
          <a:xfrm>
            <a:off x="1206162" y="551965"/>
            <a:ext cx="9581177" cy="460375"/>
          </a:xfrm>
          <a:prstGeom prst="rect"/>
          <a:noFill/>
        </p:spPr>
        <p:txBody>
          <a:bodyPr rtlCol="0" wrap="square">
            <a:spAutoFit/>
          </a:bodyPr>
          <a:p>
            <a:r>
              <a:rPr b="1" sz="2400" lang="en-US"/>
              <a:t>Project Tile – </a:t>
            </a:r>
            <a:r>
              <a:rPr b="1" sz="2400" lang="en-US">
                <a:highlight>
                  <a:srgbClr val="FFFF00"/>
                </a:highlight>
              </a:rPr>
              <a:t>SaltGuard AI</a:t>
            </a:r>
          </a:p>
        </p:txBody>
      </p:sp>
      <p:pic>
        <p:nvPicPr>
          <p:cNvPr id="2097152" name="Picture Placeholder 21"/>
          <p:cNvPicPr>
            <a:picLocks noGrp="1"/>
          </p:cNvPicPr>
          <p:nvPr>
            <p:ph type="pic" idx="2"/>
          </p:nvPr>
        </p:nvPicPr>
        <p:blipFill>
          <a:blip xmlns:r="http://schemas.openxmlformats.org/officeDocument/2006/relationships" r:embed="rId1"/>
          <a:srcRect l="7043" t="5312" r="6571" b="5312"/>
          <a:stretch>
            <a:fillRect/>
          </a:stretch>
        </p:blipFill>
        <p:spPr>
          <a:xfrm>
            <a:off x="4178709" y="3683879"/>
            <a:ext cx="904568" cy="1001925"/>
          </a:xfrm>
          <a:prstGeom prst="rec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6" name="Shape 103"/>
        <p:cNvGrpSpPr/>
        <p:nvPr/>
      </p:nvGrpSpPr>
      <p:grpSpPr>
        <a:xfrm>
          <a:off x="0" y="0"/>
          <a:ext cx="0" cy="0"/>
          <a:chOff x="0" y="0"/>
          <a:chExt cx="0" cy="0"/>
        </a:xfrm>
      </p:grpSpPr>
      <p:sp>
        <p:nvSpPr>
          <p:cNvPr id="1048605" name="TextBox 1"/>
          <p:cNvSpPr txBox="1"/>
          <p:nvPr/>
        </p:nvSpPr>
        <p:spPr>
          <a:xfrm>
            <a:off x="575945" y="1234440"/>
            <a:ext cx="11061700" cy="4968240"/>
          </a:xfrm>
          <a:prstGeom prst="rect"/>
          <a:noFill/>
        </p:spPr>
        <p:txBody>
          <a:bodyPr rtlCol="0" wrap="square">
            <a:spAutoFit/>
          </a:bodyPr>
          <a:p>
            <a:pPr algn="just" fontAlgn="base"/>
            <a:r>
              <a:rPr altLang="en-GB" sz="2000" lang="en-US"/>
              <a:t>Salt pan workers (Agariyas) in the Little Rann of Kutch work in extreme and isolated conditions with limited access to healthcare, fair salt pricing, and government welfare schemes. This creates health risks, economic vulnerability, and difficulty accessing essential support.</a:t>
            </a:r>
          </a:p>
          <a:p>
            <a:pPr algn="just" fontAlgn="base"/>
            <a:endParaRPr altLang="en-GB" sz="2000" lang="en-US"/>
          </a:p>
          <a:p>
            <a:pPr algn="just" fontAlgn="base"/>
            <a:r>
              <a:rPr altLang="en-GB" sz="2000" lang="en-US"/>
              <a:t>The Objective:</a:t>
            </a:r>
          </a:p>
          <a:p>
            <a:pPr algn="just" fontAlgn="base"/>
            <a:r>
              <a:rPr altLang="en-GB" sz="2000" lang="en-US"/>
              <a:t>- Build an AI-powered Agariya Worker Welfare Platform that provides accessible health assistance, fair-price guidance, and personalized welfare-scheme support.</a:t>
            </a:r>
          </a:p>
          <a:p>
            <a:pPr algn="just" fontAlgn="base"/>
            <a:endParaRPr altLang="en-GB" sz="2000" lang="en-US"/>
          </a:p>
          <a:p>
            <a:pPr algn="just" fontAlgn="base"/>
            <a:r>
              <a:rPr altLang="en-GB" sz="2000" lang="en-US"/>
              <a:t>Key Problems</a:t>
            </a:r>
          </a:p>
          <a:p>
            <a:pPr algn="just" fontAlgn="base" indent="-285750" marL="285750">
              <a:buFont typeface="Arial" panose="020B0604020202020204" pitchFamily="34" charset="0"/>
              <a:buChar char="•"/>
            </a:pPr>
            <a:r>
              <a:rPr altLang="en-GB" sz="2000" lang="en-US"/>
              <a:t>Limited access to healthcare and immediate health guidance</a:t>
            </a:r>
          </a:p>
          <a:p>
            <a:pPr algn="just" fontAlgn="base" indent="-285750" marL="285750">
              <a:buFont typeface="Arial" panose="020B0604020202020204" pitchFamily="34" charset="0"/>
              <a:buChar char="•"/>
            </a:pPr>
            <a:r>
              <a:rPr altLang="en-GB" sz="2000" lang="en-US"/>
              <a:t>Risk from extreme heat and harsh working conditions</a:t>
            </a:r>
          </a:p>
          <a:p>
            <a:pPr algn="just" fontAlgn="base" indent="-285750" marL="285750">
              <a:buFont typeface="Arial" panose="020B0604020202020204" pitchFamily="34" charset="0"/>
              <a:buChar char="•"/>
            </a:pPr>
            <a:r>
              <a:rPr altLang="en-GB" sz="2000" lang="en-US"/>
              <a:t>Lack of awareness about preventive health and safety</a:t>
            </a:r>
          </a:p>
          <a:p>
            <a:pPr algn="just" fontAlgn="base" indent="-285750" marL="285750">
              <a:buFont typeface="Arial" panose="020B0604020202020204" pitchFamily="34" charset="0"/>
              <a:buChar char="•"/>
            </a:pPr>
            <a:r>
              <a:rPr altLang="en-GB" sz="2000" lang="en-US"/>
              <a:t>Exploitation through unfair salt prices and middlemen</a:t>
            </a:r>
          </a:p>
          <a:p>
            <a:pPr algn="just" fontAlgn="base" indent="-285750" marL="285750">
              <a:buFont typeface="Arial" panose="020B0604020202020204" pitchFamily="34" charset="0"/>
              <a:buChar char="•"/>
            </a:pPr>
            <a:r>
              <a:rPr altLang="en-GB" sz="2000" lang="en-US"/>
              <a:t>Limited awareness of applicable government welfare schemes</a:t>
            </a:r>
          </a:p>
          <a:p>
            <a:pPr algn="just" fontAlgn="base" indent="-285750" marL="285750">
              <a:buFont typeface="Arial" panose="020B0604020202020204" pitchFamily="34" charset="0"/>
              <a:buChar char="•"/>
            </a:pPr>
            <a:r>
              <a:rPr altLang="en-GB" sz="2000" lang="en-US"/>
              <a:t>Difficulty accessing reliable information in remote locations</a:t>
            </a:r>
          </a:p>
        </p:txBody>
      </p:sp>
      <p:sp>
        <p:nvSpPr>
          <p:cNvPr id="1048606" name="TextBox 2"/>
          <p:cNvSpPr txBox="1"/>
          <p:nvPr/>
        </p:nvSpPr>
        <p:spPr>
          <a:xfrm>
            <a:off x="576072" y="704088"/>
            <a:ext cx="7214616" cy="521970"/>
          </a:xfrm>
          <a:prstGeom prst="rect"/>
          <a:noFill/>
        </p:spPr>
        <p:txBody>
          <a:bodyPr rtlCol="0" wrap="square">
            <a:spAutoFit/>
          </a:bodyPr>
          <a:p>
            <a:r>
              <a:rPr b="1" sz="2800" lang="en-US"/>
              <a:t>Problem Statement :</a:t>
            </a:r>
            <a:endParaRPr b="1" sz="2800"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9" name="Shape 103"/>
        <p:cNvGrpSpPr/>
        <p:nvPr/>
      </p:nvGrpSpPr>
      <p:grpSpPr>
        <a:xfrm>
          <a:off x="0" y="0"/>
          <a:ext cx="0" cy="0"/>
          <a:chOff x="0" y="0"/>
          <a:chExt cx="0" cy="0"/>
        </a:xfrm>
      </p:grpSpPr>
      <p:sp>
        <p:nvSpPr>
          <p:cNvPr id="1048609" name="TextBox 1"/>
          <p:cNvSpPr txBox="1"/>
          <p:nvPr/>
        </p:nvSpPr>
        <p:spPr>
          <a:xfrm>
            <a:off x="575945" y="1234440"/>
            <a:ext cx="11186795" cy="5577841"/>
          </a:xfrm>
          <a:prstGeom prst="rect"/>
          <a:noFill/>
        </p:spPr>
        <p:txBody>
          <a:bodyPr rtlCol="0" wrap="square">
            <a:spAutoFit/>
          </a:bodyPr>
          <a:p>
            <a:pPr algn="just" fontAlgn="base"/>
            <a:r>
              <a:rPr altLang="en-GB" sz="2000" lang="en-US"/>
              <a:t>The proposed solution is an AI-powered welfare platform for Agariya salt pan workers, built using IBM watsonx.ai, IBM Granite, Langflow, Python, and Streamlit. It provides AI-driven support for health safety, fair salt pricing, and government welfare schemes.</a:t>
            </a:r>
          </a:p>
          <a:p>
            <a:pPr algn="just" fontAlgn="base"/>
            <a:endParaRPr altLang="en-GB" sz="2000" lang="en-US"/>
          </a:p>
          <a:p>
            <a:pPr algn="just" fontAlgn="base"/>
            <a:r>
              <a:rPr altLang="en-GB" sz="2000" lang="en-US"/>
              <a:t>Key Modules</a:t>
            </a:r>
          </a:p>
          <a:p>
            <a:pPr algn="just" fontAlgn="base" indent="-342900" marL="342900">
              <a:buFont typeface="Arial" panose="020B0604020202020204" pitchFamily="34" charset="0"/>
              <a:buChar char="•"/>
            </a:pPr>
            <a:r>
              <a:rPr altLang="en-GB" sz="2000" lang="en-US"/>
              <a:t>Health &amp; Hazard Triage – Analyzes symptoms, heat index, and working hours to provide severity assessment, first-aid, and referral guidance.</a:t>
            </a:r>
          </a:p>
          <a:p>
            <a:pPr algn="just" fontAlgn="base" indent="-342900" marL="342900">
              <a:buFont typeface="Arial" panose="020B0604020202020204" pitchFamily="34" charset="0"/>
              <a:buChar char="•"/>
            </a:pPr>
            <a:r>
              <a:rPr altLang="en-GB" sz="2000" lang="en-US"/>
              <a:t>Salt Fair-Price Advisor – Evaluates salt grade, quantity, and offered price to identify unfair pricing and exploitation.</a:t>
            </a:r>
          </a:p>
          <a:p>
            <a:pPr algn="just" fontAlgn="base" indent="-342900" marL="342900">
              <a:buFont typeface="Arial" panose="020B0604020202020204" pitchFamily="34" charset="0"/>
              <a:buChar char="•"/>
            </a:pPr>
            <a:r>
              <a:rPr altLang="en-GB" sz="2000" lang="en-US"/>
              <a:t>Welfare Scheme Matcher – Matches workers with suitable government schemes based on their personal and work profile.</a:t>
            </a:r>
          </a:p>
          <a:p>
            <a:pPr algn="just" fontAlgn="base" indent="-342900" marL="342900">
              <a:buFont typeface="Arial" panose="020B0604020202020204" pitchFamily="34" charset="0"/>
              <a:buChar char="•"/>
            </a:pPr>
            <a:r>
              <a:rPr altLang="en-GB" sz="2000" lang="en-US"/>
              <a:t>Langflow Agent Pipeline – Handles general health, pricing, and welfare queries, with IBM Granite as a fallback.</a:t>
            </a:r>
          </a:p>
          <a:p>
            <a:pPr algn="just" fontAlgn="base"/>
            <a:endParaRPr altLang="en-GB" sz="2000" lang="en-US"/>
          </a:p>
          <a:p>
            <a:pPr algn="just" fontAlgn="base"/>
            <a:r>
              <a:rPr altLang="en-GB" sz="2000" lang="en-US"/>
              <a:t>The platform uses a Streamlit dashboard with IBM Granite through the watsonx.ai API, while Langflow manages the AI workflow.</a:t>
            </a:r>
          </a:p>
          <a:p>
            <a:pPr algn="just" fontAlgn="base"/>
            <a:endParaRPr altLang="en-GB" sz="2000" lang="en-US"/>
          </a:p>
          <a:p>
            <a:pPr algn="just" fontAlgn="base"/>
            <a:r>
              <a:rPr altLang="en-GB" sz="2000" lang="en-US"/>
              <a:t>Overall: One AI platform for safer workers, fairer prices, and better access to welfare benefits.</a:t>
            </a:r>
          </a:p>
        </p:txBody>
      </p:sp>
      <p:sp>
        <p:nvSpPr>
          <p:cNvPr id="1048610" name="TextBox 2"/>
          <p:cNvSpPr txBox="1"/>
          <p:nvPr/>
        </p:nvSpPr>
        <p:spPr>
          <a:xfrm>
            <a:off x="576072" y="704088"/>
            <a:ext cx="7214616" cy="521970"/>
          </a:xfrm>
          <a:prstGeom prst="rect"/>
          <a:noFill/>
        </p:spPr>
        <p:txBody>
          <a:bodyPr rtlCol="0" wrap="square">
            <a:spAutoFit/>
          </a:bodyPr>
          <a:p>
            <a:r>
              <a:rPr b="1" sz="2800" lang="en-US"/>
              <a:t>Proposed Solution :</a:t>
            </a:r>
            <a:endParaRPr b="1" sz="2800"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42" name="Shape 200"/>
        <p:cNvGrpSpPr/>
        <p:nvPr/>
      </p:nvGrpSpPr>
      <p:grpSpPr>
        <a:xfrm>
          <a:off x="0" y="0"/>
          <a:ext cx="0" cy="0"/>
          <a:chOff x="0" y="0"/>
          <a:chExt cx="0" cy="0"/>
        </a:xfrm>
      </p:grpSpPr>
      <p:sp>
        <p:nvSpPr>
          <p:cNvPr id="1048613" name="TextBox 1"/>
          <p:cNvSpPr txBox="1"/>
          <p:nvPr/>
        </p:nvSpPr>
        <p:spPr>
          <a:xfrm>
            <a:off x="777240" y="484632"/>
            <a:ext cx="7123176" cy="521970"/>
          </a:xfrm>
          <a:prstGeom prst="rect"/>
          <a:noFill/>
        </p:spPr>
        <p:txBody>
          <a:bodyPr anchor="t" bIns="45720" lIns="91440" rIns="91440" rtlCol="0" tIns="45720" wrap="square">
            <a:spAutoFit/>
          </a:bodyPr>
          <a:p>
            <a:r>
              <a:rPr b="1" sz="2800" lang="en-US"/>
              <a:t>Technology Used</a:t>
            </a:r>
            <a:endParaRPr b="1" sz="2800" lang="en-IN"/>
          </a:p>
        </p:txBody>
      </p:sp>
      <p:sp>
        <p:nvSpPr>
          <p:cNvPr id="1048614" name="TextBox 2"/>
          <p:cNvSpPr txBox="1"/>
          <p:nvPr/>
        </p:nvSpPr>
        <p:spPr>
          <a:xfrm>
            <a:off x="777240" y="1207135"/>
            <a:ext cx="10522585" cy="5323205"/>
          </a:xfrm>
          <a:prstGeom prst="rect"/>
          <a:noFill/>
        </p:spPr>
        <p:txBody>
          <a:bodyPr anchor="t" bIns="45720" lIns="91440" rIns="91440" rtlCol="0" tIns="45720" wrap="square">
            <a:spAutoFit/>
          </a:bodyPr>
          <a:p>
            <a:pPr algn="just" indent="-342900" marL="342900">
              <a:buFont typeface="Arial" panose="020B0604020202020204" pitchFamily="34" charset="0"/>
              <a:buChar char="•"/>
            </a:pPr>
            <a:r>
              <a:rPr altLang="en-GB" sz="2000" lang="en-US"/>
              <a:t>Langflow – For designing and orchestrating the AI agent workflow.</a:t>
            </a:r>
          </a:p>
          <a:p>
            <a:pPr algn="just" indent="-342900" marL="342900">
              <a:buFont typeface="Arial" panose="020B0604020202020204" pitchFamily="34" charset="0"/>
              <a:buChar char="•"/>
            </a:pPr>
            <a:endParaRPr altLang="en-GB" sz="2000" lang="en-US"/>
          </a:p>
          <a:p>
            <a:pPr algn="just" indent="-285750" marL="285750">
              <a:buFont typeface="Arial" panose="020B0604020202020204" pitchFamily="34" charset="0"/>
              <a:buChar char="•"/>
            </a:pPr>
            <a:r>
              <a:rPr altLang="en-GB" sz="2000" lang="en-US"/>
              <a:t>IBM watsonx.ai – For AI model integration and cloud-based inference.</a:t>
            </a:r>
          </a:p>
          <a:p>
            <a:pPr algn="just" indent="-285750" marL="285750">
              <a:buFont typeface="Arial" panose="020B0604020202020204" pitchFamily="34" charset="0"/>
              <a:buChar char="•"/>
            </a:pPr>
            <a:endParaRPr altLang="en-GB" sz="2000" lang="en-US"/>
          </a:p>
          <a:p>
            <a:pPr algn="just" indent="-285750" marL="285750">
              <a:buFont typeface="Arial" panose="020B0604020202020204" pitchFamily="34" charset="0"/>
              <a:buChar char="•"/>
            </a:pPr>
            <a:r>
              <a:rPr altLang="en-GB" sz="2000" lang="en-US"/>
              <a:t>IBM Granite / AI Model – For natural language understanding and generating intelligent responses.</a:t>
            </a:r>
          </a:p>
          <a:p>
            <a:pPr algn="just" indent="-285750" marL="285750">
              <a:buFont typeface="Arial" panose="020B0604020202020204" pitchFamily="34" charset="0"/>
              <a:buChar char="•"/>
            </a:pPr>
            <a:endParaRPr altLang="en-GB" sz="2000" lang="en-US"/>
          </a:p>
          <a:p>
            <a:pPr algn="just" indent="-285750" marL="285750">
              <a:buFont typeface="Arial" panose="020B0604020202020204" pitchFamily="34" charset="0"/>
              <a:buChar char="•"/>
            </a:pPr>
            <a:r>
              <a:rPr altLang="en-GB" sz="2000" lang="en-US"/>
              <a:t>IBM Cloud – Provides the cloud infrastructure and watsonx.ai services</a:t>
            </a:r>
          </a:p>
          <a:p>
            <a:pPr algn="just" indent="0" marL="0">
              <a:buFont typeface="Arial" panose="020B0604020202020204" pitchFamily="34" charset="0"/>
              <a:buNone/>
            </a:pPr>
            <a:r>
              <a:rPr altLang="en-GB" sz="2000" lang="en-US"/>
              <a:t>.</a:t>
            </a:r>
          </a:p>
          <a:p>
            <a:pPr algn="just" indent="-285750" marL="285750">
              <a:buFont typeface="Arial" panose="020B0604020202020204" pitchFamily="34" charset="0"/>
              <a:buChar char="•"/>
            </a:pPr>
            <a:r>
              <a:rPr altLang="en-GB" sz="2000" lang="en-US"/>
              <a:t>Python – Core programming language used to build the application and AI integrations.</a:t>
            </a:r>
          </a:p>
          <a:p>
            <a:pPr algn="just" indent="-285750" marL="285750">
              <a:buFont typeface="Arial" panose="020B0604020202020204" pitchFamily="34" charset="0"/>
              <a:buChar char="•"/>
            </a:pPr>
            <a:endParaRPr altLang="en-GB" sz="2000" lang="en-US"/>
          </a:p>
          <a:p>
            <a:pPr algn="just" indent="-285750" marL="285750">
              <a:buFont typeface="Arial" panose="020B0604020202020204" pitchFamily="34" charset="0"/>
              <a:buChar char="•"/>
            </a:pPr>
            <a:r>
              <a:rPr altLang="en-GB" sz="2000" lang="en-US"/>
              <a:t>Streamlit – Used to create the interactive web dashboard for all welfare modules.</a:t>
            </a:r>
          </a:p>
          <a:p>
            <a:pPr algn="just" indent="-285750" marL="285750">
              <a:buFont typeface="Arial" panose="020B0604020202020204" pitchFamily="34" charset="0"/>
              <a:buChar char="•"/>
            </a:pPr>
            <a:endParaRPr altLang="en-GB" sz="2000" lang="en-US"/>
          </a:p>
          <a:p>
            <a:pPr algn="just" indent="-285750" marL="285750">
              <a:buFont typeface="Arial" panose="020B0604020202020204" pitchFamily="34" charset="0"/>
              <a:buChar char="•"/>
            </a:pPr>
            <a:r>
              <a:rPr altLang="en-GB" sz="2000" lang="en-US"/>
              <a:t>Watsonx API Key (.env) – Securely manages IBM API credentials and project configuration.</a:t>
            </a:r>
          </a:p>
          <a:p>
            <a:pPr algn="just" indent="-285750" marL="285750">
              <a:buFont typeface="Arial" panose="020B0604020202020204" pitchFamily="34" charset="0"/>
              <a:buChar char="•"/>
            </a:pPr>
            <a:endParaRPr altLang="en-GB" sz="2000" lang="en-US"/>
          </a:p>
          <a:p>
            <a:pPr algn="just" indent="-285750" marL="285750">
              <a:buFont typeface="Arial" panose="020B0604020202020204" pitchFamily="34" charset="0"/>
              <a:buChar char="•"/>
            </a:pPr>
            <a:r>
              <a:rPr altLang="en-GB" sz="2000" lang="en-US"/>
              <a:t>REST API – Connects the Streamlit application with the Langflow agent pipeline.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5" name="Shape 131"/>
        <p:cNvGrpSpPr/>
        <p:nvPr/>
      </p:nvGrpSpPr>
      <p:grpSpPr>
        <a:xfrm>
          <a:off x="0" y="0"/>
          <a:ext cx="0" cy="0"/>
          <a:chOff x="0" y="0"/>
          <a:chExt cx="0" cy="0"/>
        </a:xfrm>
      </p:grpSpPr>
      <p:sp>
        <p:nvSpPr>
          <p:cNvPr id="1048617" name="Google Shape;135;p5"/>
          <p:cNvSpPr/>
          <p:nvPr/>
        </p:nvSpPr>
        <p:spPr>
          <a:xfrm>
            <a:off x="537590" y="323239"/>
            <a:ext cx="5908929" cy="448508"/>
          </a:xfrm>
          <a:prstGeom prst="rect"/>
          <a:noFill/>
          <a:ln>
            <a:noFill/>
          </a:ln>
        </p:spPr>
        <p:txBody>
          <a:bodyPr anchor="t" anchorCtr="0" bIns="0" lIns="0" rIns="0" spcFirstLastPara="1" tIns="0" wrap="square">
            <a:noAutofit/>
          </a:bodyPr>
          <a:p>
            <a:pPr algn="l" indent="0" lvl="0" marL="0" marR="0" rtl="0">
              <a:lnSpc>
                <a:spcPct val="100000"/>
              </a:lnSpc>
              <a:spcBef>
                <a:spcPts val="0"/>
              </a:spcBef>
              <a:spcAft>
                <a:spcPts val="0"/>
              </a:spcAft>
              <a:buClr>
                <a:srgbClr val="051D3A"/>
              </a:buClr>
              <a:buSzPts val="3500"/>
              <a:buFont typeface="Times New Roman" panose="02020603050405020304"/>
              <a:buNone/>
            </a:pPr>
            <a:r>
              <a:rPr b="1" sz="2800" lang="en-US" err="1">
                <a:sym typeface="Times New Roman" panose="02020603050405020304"/>
              </a:rPr>
              <a:t>Langflow</a:t>
            </a:r>
            <a:r>
              <a:rPr b="1" cap="none" sz="2800" i="0" lang="en-US" strike="noStrike" u="none">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b="1" sz="2800" lang="en-US">
                <a:sym typeface="Times New Roman" panose="02020603050405020304"/>
              </a:rPr>
              <a:t>component Used :</a:t>
            </a:r>
            <a:endParaRPr b="1" sz="2800">
              <a:sym typeface="Times New Roman" panose="02020603050405020304"/>
            </a:endParaRPr>
          </a:p>
        </p:txBody>
      </p:sp>
      <p:sp>
        <p:nvSpPr>
          <p:cNvPr id="1048618" name="Google Shape;148;p5"/>
          <p:cNvSpPr/>
          <p:nvPr/>
        </p:nvSpPr>
        <p:spPr>
          <a:xfrm>
            <a:off x="2264331" y="6784578"/>
            <a:ext cx="2140744" cy="224195"/>
          </a:xfrm>
          <a:prstGeom prst="rect"/>
          <a:noFill/>
          <a:ln>
            <a:noFill/>
          </a:ln>
        </p:spPr>
        <p:txBody>
          <a:bodyPr anchor="t" anchorCtr="0" bIns="0" lIns="0" rIns="0" spcFirstLastPara="1" tIns="0" wrap="square">
            <a:noAutofit/>
          </a:bodyPr>
          <a:p>
            <a:pPr algn="ctr" indent="0" lvl="0" marL="0" marR="0" rtl="0">
              <a:lnSpc>
                <a:spcPct val="109000"/>
              </a:lnSpc>
              <a:spcBef>
                <a:spcPts val="0"/>
              </a:spcBef>
              <a:spcAft>
                <a:spcPts val="0"/>
              </a:spcAft>
              <a:buClr>
                <a:schemeClr val="dk1"/>
              </a:buClr>
              <a:buSzPts val="1600"/>
              <a:buFont typeface="Calibri" panose="020F0502020204030204"/>
              <a:buNone/>
            </a:pPr>
            <a:endParaRPr b="0" cap="none" sz="160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19" name="Google Shape;149;p5"/>
          <p:cNvSpPr/>
          <p:nvPr/>
        </p:nvSpPr>
        <p:spPr>
          <a:xfrm>
            <a:off x="1782604" y="7100213"/>
            <a:ext cx="3104198" cy="731877"/>
          </a:xfrm>
          <a:prstGeom prst="rect"/>
          <a:noFill/>
          <a:ln>
            <a:noFill/>
          </a:ln>
        </p:spPr>
        <p:txBody>
          <a:bodyPr anchor="t" anchorCtr="0" bIns="0" lIns="0" rIns="0" spcFirstLastPara="1" tIns="0" wrap="square">
            <a:noAutofit/>
          </a:bodyPr>
          <a:p>
            <a:pPr algn="ctr" indent="0" lvl="0" marL="0" marR="0" rtl="0">
              <a:lnSpc>
                <a:spcPct val="119000"/>
              </a:lnSpc>
              <a:spcBef>
                <a:spcPts val="0"/>
              </a:spcBef>
              <a:spcAft>
                <a:spcPts val="0"/>
              </a:spcAft>
              <a:buClr>
                <a:schemeClr val="dk1"/>
              </a:buClr>
              <a:buSzPts val="1600"/>
              <a:buFont typeface="Calibri" panose="020F0502020204030204"/>
              <a:buNone/>
            </a:pPr>
            <a:endParaRPr b="0" cap="none" sz="160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20" name="Google Shape;150;p5"/>
          <p:cNvSpPr/>
          <p:nvPr/>
        </p:nvSpPr>
        <p:spPr>
          <a:xfrm>
            <a:off x="5732383" y="6784578"/>
            <a:ext cx="1793915" cy="224195"/>
          </a:xfrm>
          <a:prstGeom prst="rect"/>
          <a:noFill/>
          <a:ln>
            <a:noFill/>
          </a:ln>
        </p:spPr>
        <p:txBody>
          <a:bodyPr anchor="t" anchorCtr="0" bIns="0" lIns="0" rIns="0" spcFirstLastPara="1" tIns="0" wrap="square">
            <a:noAutofit/>
          </a:bodyPr>
          <a:p>
            <a:pPr algn="ctr" indent="0" lvl="0" marL="0" marR="0" rtl="0">
              <a:lnSpc>
                <a:spcPct val="109000"/>
              </a:lnSpc>
              <a:spcBef>
                <a:spcPts val="0"/>
              </a:spcBef>
              <a:spcAft>
                <a:spcPts val="0"/>
              </a:spcAft>
              <a:buClr>
                <a:schemeClr val="dk1"/>
              </a:buClr>
              <a:buSzPts val="1600"/>
              <a:buFont typeface="Calibri" panose="020F0502020204030204"/>
              <a:buNone/>
            </a:pPr>
            <a:endParaRPr b="0" cap="none" sz="160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21" name="Google Shape;151;p5"/>
          <p:cNvSpPr/>
          <p:nvPr/>
        </p:nvSpPr>
        <p:spPr>
          <a:xfrm>
            <a:off x="5077301" y="7100213"/>
            <a:ext cx="3104198" cy="731877"/>
          </a:xfrm>
          <a:prstGeom prst="rect"/>
          <a:noFill/>
          <a:ln>
            <a:noFill/>
          </a:ln>
        </p:spPr>
        <p:txBody>
          <a:bodyPr anchor="t" anchorCtr="0" bIns="0" lIns="0" rIns="0" spcFirstLastPara="1" tIns="0" wrap="square">
            <a:noAutofit/>
          </a:bodyPr>
          <a:p>
            <a:pPr algn="ctr" indent="0" lvl="0" marL="0" marR="0" rtl="0">
              <a:lnSpc>
                <a:spcPct val="119000"/>
              </a:lnSpc>
              <a:spcBef>
                <a:spcPts val="0"/>
              </a:spcBef>
              <a:spcAft>
                <a:spcPts val="0"/>
              </a:spcAft>
              <a:buClr>
                <a:schemeClr val="dk1"/>
              </a:buClr>
              <a:buSzPts val="1600"/>
              <a:buFont typeface="Calibri" panose="020F0502020204030204"/>
              <a:buNone/>
            </a:pPr>
            <a:endParaRPr b="0" cap="none" sz="160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22" name="Google Shape;152;p5"/>
          <p:cNvSpPr/>
          <p:nvPr/>
        </p:nvSpPr>
        <p:spPr>
          <a:xfrm>
            <a:off x="9027081" y="6784578"/>
            <a:ext cx="1793915" cy="224195"/>
          </a:xfrm>
          <a:prstGeom prst="rect"/>
          <a:noFill/>
          <a:ln>
            <a:noFill/>
          </a:ln>
        </p:spPr>
        <p:txBody>
          <a:bodyPr anchor="t" anchorCtr="0" bIns="0" lIns="0" rIns="0" spcFirstLastPara="1" tIns="0" wrap="square">
            <a:noAutofit/>
          </a:bodyPr>
          <a:p>
            <a:pPr algn="ctr" indent="0" lvl="0" marL="0" marR="0" rtl="0">
              <a:lnSpc>
                <a:spcPct val="109000"/>
              </a:lnSpc>
              <a:spcBef>
                <a:spcPts val="0"/>
              </a:spcBef>
              <a:spcAft>
                <a:spcPts val="0"/>
              </a:spcAft>
              <a:buClr>
                <a:schemeClr val="dk1"/>
              </a:buClr>
              <a:buSzPts val="1600"/>
              <a:buFont typeface="Calibri" panose="020F0502020204030204"/>
              <a:buNone/>
            </a:pPr>
            <a:endParaRPr b="0" cap="none" sz="160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23" name="Google Shape;153;p5"/>
          <p:cNvSpPr/>
          <p:nvPr/>
        </p:nvSpPr>
        <p:spPr>
          <a:xfrm>
            <a:off x="8371999" y="7100213"/>
            <a:ext cx="3104198" cy="731877"/>
          </a:xfrm>
          <a:prstGeom prst="rect"/>
          <a:noFill/>
          <a:ln>
            <a:noFill/>
          </a:ln>
        </p:spPr>
        <p:txBody>
          <a:bodyPr anchor="t" anchorCtr="0" bIns="0" lIns="0" rIns="0" spcFirstLastPara="1" tIns="0" wrap="square">
            <a:noAutofit/>
          </a:bodyPr>
          <a:p>
            <a:pPr algn="ctr" indent="0" lvl="0" marL="0" marR="0" rtl="0">
              <a:lnSpc>
                <a:spcPct val="119000"/>
              </a:lnSpc>
              <a:spcBef>
                <a:spcPts val="0"/>
              </a:spcBef>
              <a:spcAft>
                <a:spcPts val="0"/>
              </a:spcAft>
              <a:buClr>
                <a:schemeClr val="dk1"/>
              </a:buClr>
              <a:buSzPts val="1600"/>
              <a:buFont typeface="Calibri" panose="020F0502020204030204"/>
              <a:buNone/>
            </a:pPr>
            <a:endParaRPr b="0" cap="none" sz="160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24" name="TextBox 1"/>
          <p:cNvSpPr txBox="1"/>
          <p:nvPr/>
        </p:nvSpPr>
        <p:spPr>
          <a:xfrm>
            <a:off x="474980" y="862965"/>
            <a:ext cx="11002010" cy="5631180"/>
          </a:xfrm>
          <a:prstGeom prst="rect"/>
          <a:noFill/>
        </p:spPr>
        <p:txBody>
          <a:bodyPr rtlCol="0" wrap="square">
            <a:spAutoFit/>
          </a:bodyPr>
          <a:p>
            <a:pPr algn="just"/>
            <a:r>
              <a:rPr altLang="en-GB" sz="2000" lang="en-US"/>
              <a:t>Chat Input – Accepts user queries related to worker health, salt pricing, safety, and welfare schemes.</a:t>
            </a:r>
          </a:p>
          <a:p>
            <a:pPr algn="just"/>
            <a:endParaRPr altLang="en-GB" sz="2000" lang="en-US"/>
          </a:p>
          <a:p>
            <a:pPr algn="just"/>
            <a:r>
              <a:rPr altLang="en-GB" sz="2000" lang="en-US"/>
              <a:t>IBM Granite / AI Model – Processes user queries and generates intelligent, context-aware responses.</a:t>
            </a:r>
          </a:p>
          <a:p>
            <a:pPr algn="just"/>
            <a:endParaRPr altLang="en-GB" sz="2000" lang="en-US"/>
          </a:p>
          <a:p>
            <a:pPr algn="just"/>
            <a:r>
              <a:rPr altLang="en-GB" sz="2000" lang="en-US"/>
              <a:t>Prompt / Agent Logic – Guides the AI to provide health triage, fair-price analysis, and welfare scheme recommendations.</a:t>
            </a:r>
          </a:p>
          <a:p>
            <a:pPr algn="just"/>
            <a:endParaRPr altLang="en-GB" sz="2000" lang="en-US"/>
          </a:p>
          <a:p>
            <a:pPr algn="just"/>
            <a:r>
              <a:rPr altLang="en-GB" sz="2000" lang="en-US"/>
              <a:t>Chat Output – Displays AI-generated responses and recommendations to the user.</a:t>
            </a:r>
          </a:p>
          <a:p>
            <a:pPr algn="just"/>
            <a:endParaRPr altLang="en-GB" sz="2000" lang="en-US"/>
          </a:p>
          <a:p>
            <a:pPr algn="just"/>
            <a:r>
              <a:rPr altLang="en-GB" sz="2000" lang="en-US"/>
              <a:t>API Integration – Connects the Streamlit application with the Langflow saltguard-agent pipeline.</a:t>
            </a:r>
          </a:p>
          <a:p>
            <a:pPr algn="just"/>
            <a:endParaRPr altLang="en-GB" sz="2000" lang="en-US"/>
          </a:p>
          <a:p>
            <a:pPr algn="just"/>
            <a:r>
              <a:rPr altLang="en-GB" sz="2000" lang="en-US"/>
              <a:t>IBM Granite Fallback – Automatically uses IBM Granite directly when the Langflow pipeline is unavailable.</a:t>
            </a:r>
          </a:p>
          <a:p>
            <a:pPr algn="just"/>
            <a:endParaRPr altLang="en-GB" sz="2000" lang="en-US"/>
          </a:p>
          <a:p>
            <a:pPr algn="just"/>
            <a:r>
              <a:rPr altLang="en-GB" sz="2000" lang="en-US"/>
              <a:t>Environment Variables (.env) – Securely manages IBM watsonx.ai API credentials and project configuration.</a:t>
            </a:r>
          </a:p>
        </p:txBody>
      </p:sp>
      <p:sp>
        <p:nvSpPr>
          <p:cNvPr id="1048625" name="Text Box 3"/>
          <p:cNvSpPr txBox="1"/>
          <p:nvPr/>
        </p:nvSpPr>
        <p:spPr>
          <a:xfrm>
            <a:off x="5354320" y="445770"/>
            <a:ext cx="4064000" cy="306705"/>
          </a:xfrm>
          <a:prstGeom prst="rect"/>
          <a:noFill/>
        </p:spPr>
        <p:txBody>
          <a:bodyPr rtlCol="0" wrap="square">
            <a:spAutoFit/>
          </a:bodyPr>
          <a:p>
            <a:endParaRPr altLang="en-US"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8" name="Shape 173"/>
        <p:cNvGrpSpPr/>
        <p:nvPr/>
      </p:nvGrpSpPr>
      <p:grpSpPr>
        <a:xfrm>
          <a:off x="0" y="0"/>
          <a:ext cx="0" cy="0"/>
          <a:chOff x="0" y="0"/>
          <a:chExt cx="0" cy="0"/>
        </a:xfrm>
      </p:grpSpPr>
      <p:sp>
        <p:nvSpPr>
          <p:cNvPr id="1048628" name="Google Shape;135;p5"/>
          <p:cNvSpPr/>
          <p:nvPr/>
        </p:nvSpPr>
        <p:spPr>
          <a:xfrm>
            <a:off x="537590" y="323239"/>
            <a:ext cx="5908929" cy="448508"/>
          </a:xfrm>
          <a:prstGeom prst="rect"/>
          <a:noFill/>
          <a:ln>
            <a:noFill/>
          </a:ln>
        </p:spPr>
        <p:txBody>
          <a:bodyPr anchor="t" anchorCtr="0" bIns="0" lIns="0" rIns="0" spcFirstLastPara="1" tIns="0" wrap="square">
            <a:noAutofit/>
          </a:bodyPr>
          <a:p>
            <a:pPr algn="l" indent="0" lvl="0" marL="0" marR="0" rtl="0">
              <a:lnSpc>
                <a:spcPct val="100000"/>
              </a:lnSpc>
              <a:spcBef>
                <a:spcPts val="0"/>
              </a:spcBef>
              <a:spcAft>
                <a:spcPts val="0"/>
              </a:spcAft>
              <a:buClr>
                <a:srgbClr val="051D3A"/>
              </a:buClr>
              <a:buSzPts val="3500"/>
              <a:buFont typeface="Times New Roman" panose="02020603050405020304"/>
              <a:buNone/>
            </a:pPr>
            <a:r>
              <a:rPr b="1" sz="2800" lang="en-US" err="1">
                <a:sym typeface="Times New Roman" panose="02020603050405020304"/>
              </a:rPr>
              <a:t>Langflow</a:t>
            </a:r>
            <a:r>
              <a:rPr b="1" cap="none" sz="2800" i="0" lang="en-US" strike="noStrike" u="none">
                <a:solidFill>
                  <a:srgbClr val="051D3A"/>
                </a:solidFill>
                <a:latin typeface="Times New Roman" panose="02020603050405020304"/>
                <a:ea typeface="Times New Roman" panose="02020603050405020304"/>
                <a:cs typeface="Times New Roman" panose="02020603050405020304"/>
                <a:sym typeface="Times New Roman" panose="02020603050405020304"/>
              </a:rPr>
              <a:t> </a:t>
            </a:r>
            <a:r>
              <a:rPr b="1" sz="2800" lang="en-US">
                <a:sym typeface="Times New Roman" panose="02020603050405020304"/>
              </a:rPr>
              <a:t>workflow -</a:t>
            </a:r>
            <a:endParaRPr b="1" sz="2800">
              <a:sym typeface="Times New Roman" panose="02020603050405020304"/>
            </a:endParaRPr>
          </a:p>
        </p:txBody>
      </p:sp>
      <p:pic>
        <p:nvPicPr>
          <p:cNvPr id="2097153" name="Picture 18"/>
          <p:cNvPicPr>
            <a:picLocks/>
          </p:cNvPicPr>
          <p:nvPr/>
        </p:nvPicPr>
        <p:blipFill>
          <a:blip xmlns:r="http://schemas.openxmlformats.org/officeDocument/2006/relationships" r:embed="rId1"/>
          <a:stretch>
            <a:fillRect/>
          </a:stretch>
        </p:blipFill>
        <p:spPr>
          <a:xfrm>
            <a:off x="533400" y="914400"/>
            <a:ext cx="10735945" cy="5815330"/>
          </a:xfrm>
          <a:prstGeom prst="rec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1" name="Shape 173"/>
        <p:cNvGrpSpPr/>
        <p:nvPr/>
      </p:nvGrpSpPr>
      <p:grpSpPr>
        <a:xfrm>
          <a:off x="0" y="0"/>
          <a:ext cx="0" cy="0"/>
          <a:chOff x="0" y="0"/>
          <a:chExt cx="0" cy="0"/>
        </a:xfrm>
      </p:grpSpPr>
      <p:sp>
        <p:nvSpPr>
          <p:cNvPr id="1048631" name="Google Shape;135;p5"/>
          <p:cNvSpPr/>
          <p:nvPr/>
        </p:nvSpPr>
        <p:spPr>
          <a:xfrm>
            <a:off x="537590" y="323239"/>
            <a:ext cx="5908929" cy="448508"/>
          </a:xfrm>
          <a:prstGeom prst="rect"/>
          <a:noFill/>
          <a:ln>
            <a:noFill/>
          </a:ln>
        </p:spPr>
        <p:txBody>
          <a:bodyPr anchor="t" anchorCtr="0" bIns="0" lIns="0" rIns="0" spcFirstLastPara="1" tIns="0" wrap="square">
            <a:noAutofit/>
          </a:bodyPr>
          <a:p>
            <a:pPr lvl="0"/>
            <a:r>
              <a:rPr b="1" sz="2800" lang="en-US">
                <a:solidFill>
                  <a:schemeClr val="dk1"/>
                </a:solidFill>
                <a:latin typeface="Calibri" panose="020F0502020204030204"/>
                <a:ea typeface="Calibri" panose="020F0502020204030204"/>
                <a:cs typeface="Calibri" panose="020F0502020204030204"/>
                <a:sym typeface="Calibri" panose="020F0502020204030204"/>
              </a:rPr>
              <a:t>Architecture blueprint</a:t>
            </a:r>
            <a:endParaRPr sz="2800" lang="en-US"/>
          </a:p>
        </p:txBody>
      </p:sp>
      <p:pic>
        <p:nvPicPr>
          <p:cNvPr id="2097154" name="Picture Placeholder 6" descr="WhatsApp Image 2026-08-21 at 9.09.11 AM"/>
          <p:cNvPicPr>
            <a:picLocks noChangeAspect="1" noGrp="1"/>
          </p:cNvPicPr>
          <p:nvPr>
            <p:ph type="pic" idx="2"/>
          </p:nvPr>
        </p:nvPicPr>
        <p:blipFill>
          <a:blip xmlns:r="http://schemas.openxmlformats.org/officeDocument/2006/relationships" r:embed="rId1"/>
          <a:srcRect l="1285" t="-65" r="-2705" b="65"/>
          <a:stretch>
            <a:fillRect/>
          </a:stretch>
        </p:blipFill>
        <p:spPr>
          <a:xfrm>
            <a:off x="228600" y="987425"/>
            <a:ext cx="12039600" cy="4873625"/>
          </a:xfrm>
          <a:prstGeom prst="rec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4" name="Shape 191"/>
        <p:cNvGrpSpPr/>
        <p:nvPr/>
      </p:nvGrpSpPr>
      <p:grpSpPr>
        <a:xfrm>
          <a:off x="0" y="0"/>
          <a:ext cx="0" cy="0"/>
          <a:chOff x="0" y="0"/>
          <a:chExt cx="0" cy="0"/>
        </a:xfrm>
      </p:grpSpPr>
      <p:pic>
        <p:nvPicPr>
          <p:cNvPr id="2097155" name="Google Shape;196;p9"/>
          <p:cNvPicPr preferRelativeResize="0">
            <a:picLocks/>
          </p:cNvPicPr>
          <p:nvPr/>
        </p:nvPicPr>
        <p:blipFill rotWithShape="1">
          <a:blip xmlns:r="http://schemas.openxmlformats.org/officeDocument/2006/relationships" r:embed="rId1"/>
          <a:srcRect/>
          <a:stretch>
            <a:fillRect/>
          </a:stretch>
        </p:blipFill>
        <p:spPr>
          <a:xfrm>
            <a:off x="8915545" y="1218928"/>
            <a:ext cx="3015343" cy="4523014"/>
          </a:xfrm>
          <a:prstGeom prst="rect"/>
          <a:noFill/>
          <a:ln>
            <a:noFill/>
          </a:ln>
        </p:spPr>
      </p:pic>
      <p:sp>
        <p:nvSpPr>
          <p:cNvPr id="1048634" name="TextBox 1"/>
          <p:cNvSpPr txBox="1"/>
          <p:nvPr/>
        </p:nvSpPr>
        <p:spPr>
          <a:xfrm>
            <a:off x="475488" y="283464"/>
            <a:ext cx="9317736" cy="521970"/>
          </a:xfrm>
          <a:prstGeom prst="rect"/>
          <a:noFill/>
        </p:spPr>
        <p:txBody>
          <a:bodyPr rtlCol="0" wrap="square">
            <a:spAutoFit/>
          </a:bodyPr>
          <a:p>
            <a:r>
              <a:rPr b="1" sz="2800" lang="en-US"/>
              <a:t>Role of Agentic AI in the solution </a:t>
            </a:r>
            <a:endParaRPr b="1" sz="2800" lang="en-IN"/>
          </a:p>
        </p:txBody>
      </p:sp>
      <p:sp>
        <p:nvSpPr>
          <p:cNvPr id="1048635" name="TextBox 2"/>
          <p:cNvSpPr txBox="1"/>
          <p:nvPr/>
        </p:nvSpPr>
        <p:spPr>
          <a:xfrm>
            <a:off x="621665" y="1167765"/>
            <a:ext cx="8147050" cy="3784600"/>
          </a:xfrm>
          <a:prstGeom prst="rect"/>
          <a:noFill/>
        </p:spPr>
        <p:txBody>
          <a:bodyPr rtlCol="0" wrap="square">
            <a:spAutoFit/>
          </a:bodyPr>
          <a:p>
            <a:pPr algn="just"/>
            <a:r>
              <a:rPr altLang="en-GB" sz="2000" lang="en-US"/>
              <a:t>Agentic AI makes SaltGuard AI an intelligent welfare assistant rather than a simple chatbot.</a:t>
            </a:r>
          </a:p>
          <a:p>
            <a:pPr algn="just"/>
            <a:endParaRPr altLang="en-GB" sz="2000" lang="en-US"/>
          </a:p>
          <a:p>
            <a:pPr algn="just" indent="-342900" marL="342900">
              <a:buFont typeface="Arial" panose="020B0604020202020204" pitchFamily="34" charset="0"/>
              <a:buChar char="•"/>
            </a:pPr>
            <a:r>
              <a:rPr altLang="en-GB" sz="2000" lang="en-US"/>
              <a:t>Health Agent – Assesses symptoms and heat-related risks.</a:t>
            </a:r>
          </a:p>
          <a:p>
            <a:pPr algn="just" indent="-342900" marL="342900">
              <a:buFont typeface="Arial" panose="020B0604020202020204" pitchFamily="34" charset="0"/>
              <a:buChar char="•"/>
            </a:pPr>
            <a:r>
              <a:rPr altLang="en-GB" sz="2000" lang="en-US"/>
              <a:t>Price Agent – Identifies unfair salt pricing.</a:t>
            </a:r>
          </a:p>
          <a:p>
            <a:pPr algn="just" indent="-342900" marL="342900">
              <a:buFont typeface="Arial" panose="020B0604020202020204" pitchFamily="34" charset="0"/>
              <a:buChar char="•"/>
            </a:pPr>
            <a:r>
              <a:rPr altLang="en-GB" sz="2000" lang="en-US"/>
              <a:t>Welfare Agent – Finds suitable government schemes.</a:t>
            </a:r>
          </a:p>
          <a:p>
            <a:pPr algn="just" indent="-342900" marL="342900">
              <a:buFont typeface="Arial" panose="020B0604020202020204" pitchFamily="34" charset="0"/>
              <a:buChar char="•"/>
            </a:pPr>
            <a:r>
              <a:rPr altLang="en-GB" sz="2000" lang="en-US"/>
              <a:t>Langflow Agent – Orchestrates AI workflows.</a:t>
            </a:r>
          </a:p>
          <a:p>
            <a:pPr algn="just" indent="-342900" marL="342900">
              <a:buFont typeface="Arial" panose="020B0604020202020204" pitchFamily="34" charset="0"/>
              <a:buChar char="•"/>
            </a:pPr>
            <a:r>
              <a:rPr altLang="en-GB" sz="2000" lang="en-US"/>
              <a:t>Context-Aware AI – Provides personalized, actionable recommendations.</a:t>
            </a:r>
          </a:p>
          <a:p>
            <a:pPr algn="just"/>
            <a:endParaRPr altLang="en-GB" sz="2000" lang="en-US"/>
          </a:p>
          <a:p>
            <a:pPr algn="just"/>
            <a:r>
              <a:rPr altLang="en-GB" sz="2000" lang="en-US"/>
              <a:t>Overall: Agentic AI enable]s intelligent decision-making for Agariya worker welfare.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7" name="Shape 274"/>
        <p:cNvGrpSpPr/>
        <p:nvPr/>
      </p:nvGrpSpPr>
      <p:grpSpPr>
        <a:xfrm>
          <a:off x="0" y="0"/>
          <a:ext cx="0" cy="0"/>
          <a:chOff x="0" y="0"/>
          <a:chExt cx="0" cy="0"/>
        </a:xfrm>
      </p:grpSpPr>
      <p:sp>
        <p:nvSpPr>
          <p:cNvPr id="1048638" name="Google Shape;278;p18"/>
          <p:cNvSpPr/>
          <p:nvPr/>
        </p:nvSpPr>
        <p:spPr>
          <a:xfrm>
            <a:off x="793192" y="341560"/>
            <a:ext cx="6444496" cy="704017"/>
          </a:xfrm>
          <a:prstGeom prst="rect"/>
          <a:noFill/>
          <a:ln>
            <a:noFill/>
          </a:ln>
        </p:spPr>
        <p:txBody>
          <a:bodyPr anchor="t" anchorCtr="0" bIns="0" lIns="0" rIns="0" spcFirstLastPara="1" tIns="0" wrap="square">
            <a:noAutofit/>
          </a:bodyPr>
          <a:p>
            <a:pPr>
              <a:lnSpc>
                <a:spcPct val="157000"/>
              </a:lnSpc>
              <a:buClr>
                <a:srgbClr val="051D3A"/>
              </a:buClr>
              <a:buSzPts val="3500"/>
            </a:pPr>
            <a:r>
              <a:rPr b="1" sz="2400" lang="en-US">
                <a:sym typeface="Times New Roman" panose="02020603050405020304"/>
              </a:rPr>
              <a:t>Token Usage </a:t>
            </a:r>
            <a:endParaRPr b="1" sz="2400">
              <a:sym typeface="Times New Roman" panose="02020603050405020304"/>
            </a:endParaRPr>
          </a:p>
        </p:txBody>
      </p:sp>
      <p:sp>
        <p:nvSpPr>
          <p:cNvPr id="1048639" name="Google Shape;280;p18"/>
          <p:cNvSpPr/>
          <p:nvPr/>
        </p:nvSpPr>
        <p:spPr>
          <a:xfrm>
            <a:off x="1218724" y="3360216"/>
            <a:ext cx="7468553" cy="766048"/>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40" name="Google Shape;281;p18"/>
          <p:cNvSpPr/>
          <p:nvPr/>
        </p:nvSpPr>
        <p:spPr>
          <a:xfrm>
            <a:off x="1218724" y="4395464"/>
            <a:ext cx="7468553" cy="766048"/>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41" name="Google Shape;282;p18"/>
          <p:cNvSpPr/>
          <p:nvPr/>
        </p:nvSpPr>
        <p:spPr>
          <a:xfrm>
            <a:off x="1218724" y="5430713"/>
            <a:ext cx="7468553" cy="383024"/>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42" name="TextBox 4"/>
          <p:cNvSpPr txBox="1"/>
          <p:nvPr/>
        </p:nvSpPr>
        <p:spPr>
          <a:xfrm>
            <a:off x="897392" y="1042133"/>
            <a:ext cx="4371171" cy="307777"/>
          </a:xfrm>
          <a:prstGeom prst="rect"/>
          <a:noFill/>
        </p:spPr>
        <p:txBody>
          <a:bodyPr anchor="t" anchorCtr="0" bIns="45720" compatLnSpc="1" forceAA="0" fromWordArt="0" horzOverflow="overflow" lIns="91440" numCol="1" rIns="91440" rot="0" rtlCol="0" spcCol="0" spcFirstLastPara="0" tIns="45720" vert="horz" vertOverflow="overflow" wrap="square">
            <a:spAutoFit/>
          </a:bodyPr>
          <a:p>
            <a:r>
              <a:rPr lang="en-US"/>
              <a:t>11,761 token are used</a:t>
            </a:r>
          </a:p>
        </p:txBody>
      </p:sp>
      <p:sp>
        <p:nvSpPr>
          <p:cNvPr id="1048643" name="TextBox 13"/>
          <p:cNvSpPr txBox="1"/>
          <p:nvPr/>
        </p:nvSpPr>
        <p:spPr>
          <a:xfrm>
            <a:off x="1278639" y="1718067"/>
            <a:ext cx="2743199" cy="400110"/>
          </a:xfrm>
          <a:prstGeom prst="rect"/>
          <a:noFill/>
        </p:spPr>
        <p:txBody>
          <a:bodyPr anchor="t" anchorCtr="0" bIns="45720" compatLnSpc="1" forceAA="0" fromWordArt="0" horzOverflow="overflow" lIns="91440" numCol="1" rIns="91440" rot="0" rtlCol="0" spcCol="0" spcFirstLastPara="0" tIns="45720" vert="horz" vertOverflow="overflow" wrap="square">
            <a:spAutoFit/>
          </a:bodyPr>
          <a:p>
            <a:r>
              <a:rPr sz="2000" lang="en-US" u="sng"/>
              <a:t>Before Prompt</a:t>
            </a:r>
          </a:p>
        </p:txBody>
      </p:sp>
      <p:sp>
        <p:nvSpPr>
          <p:cNvPr id="1048644" name="TextBox 14"/>
          <p:cNvSpPr txBox="1"/>
          <p:nvPr/>
        </p:nvSpPr>
        <p:spPr>
          <a:xfrm>
            <a:off x="7106828" y="1722919"/>
            <a:ext cx="2743199" cy="400110"/>
          </a:xfrm>
          <a:prstGeom prst="rect"/>
          <a:noFill/>
        </p:spPr>
        <p:txBody>
          <a:bodyPr anchor="t" anchorCtr="0" bIns="45720" compatLnSpc="1" forceAA="0" fromWordArt="0" horzOverflow="overflow" lIns="91440" numCol="1" rIns="91440" rot="0" rtlCol="0" spcCol="0" spcFirstLastPara="0" tIns="45720" vert="horz" vertOverflow="overflow" wrap="square">
            <a:spAutoFit/>
          </a:bodyPr>
          <a:p>
            <a:r>
              <a:rPr sz="2000" lang="en-US" u="sng"/>
              <a:t>After the Prompt</a:t>
            </a:r>
          </a:p>
        </p:txBody>
      </p:sp>
      <p:pic>
        <p:nvPicPr>
          <p:cNvPr id="2097156" name="Picture Placeholder 1"/>
          <p:cNvPicPr>
            <a:picLocks noChangeAspect="1" noGrp="1"/>
          </p:cNvPicPr>
          <p:nvPr>
            <p:ph type="pic" idx="2"/>
          </p:nvPr>
        </p:nvPicPr>
        <p:blipFill>
          <a:blip xmlns:r="http://schemas.openxmlformats.org/officeDocument/2006/relationships" r:embed="rId1"/>
          <a:srcRect l="1822" t="18611" r="21652" b="18611"/>
          <a:stretch>
            <a:fillRect/>
          </a:stretch>
        </p:blipFill>
        <p:spPr>
          <a:xfrm>
            <a:off x="1143000" y="2541270"/>
            <a:ext cx="3200400" cy="3302635"/>
          </a:xfrm>
          <a:prstGeom prst="rect"/>
        </p:spPr>
      </p:pic>
      <p:pic>
        <p:nvPicPr>
          <p:cNvPr id="2097157" name="Picture 6"/>
          <p:cNvPicPr>
            <a:picLocks/>
          </p:cNvPicPr>
          <p:nvPr/>
        </p:nvPicPr>
        <p:blipFill>
          <a:blip xmlns:r="http://schemas.openxmlformats.org/officeDocument/2006/relationships" r:embed="rId2"/>
          <a:stretch>
            <a:fillRect/>
          </a:stretch>
        </p:blipFill>
        <p:spPr>
          <a:xfrm>
            <a:off x="7239000" y="2514600"/>
            <a:ext cx="2904490" cy="3507105"/>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0" name="Shape 200"/>
        <p:cNvGrpSpPr/>
        <p:nvPr/>
      </p:nvGrpSpPr>
      <p:grpSpPr>
        <a:xfrm>
          <a:off x="0" y="0"/>
          <a:ext cx="0" cy="0"/>
          <a:chOff x="0" y="0"/>
          <a:chExt cx="0" cy="0"/>
        </a:xfrm>
      </p:grpSpPr>
      <p:sp>
        <p:nvSpPr>
          <p:cNvPr id="1048647" name="TextBox 1"/>
          <p:cNvSpPr txBox="1"/>
          <p:nvPr/>
        </p:nvSpPr>
        <p:spPr>
          <a:xfrm>
            <a:off x="777240" y="484632"/>
            <a:ext cx="7123176" cy="521970"/>
          </a:xfrm>
          <a:prstGeom prst="rect"/>
          <a:noFill/>
        </p:spPr>
        <p:txBody>
          <a:bodyPr rtlCol="0" wrap="square">
            <a:spAutoFit/>
          </a:bodyPr>
          <a:p>
            <a:r>
              <a:rPr b="1" sz="2800" lang="en-US"/>
              <a:t>Novelty and Uniqueness</a:t>
            </a:r>
            <a:endParaRPr b="1" sz="2800" lang="en-IN"/>
          </a:p>
        </p:txBody>
      </p:sp>
      <p:sp>
        <p:nvSpPr>
          <p:cNvPr id="1048648" name="TextBox 2"/>
          <p:cNvSpPr txBox="1"/>
          <p:nvPr/>
        </p:nvSpPr>
        <p:spPr>
          <a:xfrm>
            <a:off x="777240" y="1207008"/>
            <a:ext cx="11301984" cy="4092575"/>
          </a:xfrm>
          <a:prstGeom prst="rect"/>
          <a:noFill/>
        </p:spPr>
        <p:txBody>
          <a:bodyPr rtlCol="0" wrap="square">
            <a:spAutoFit/>
          </a:bodyPr>
          <a:p>
            <a:r>
              <a:rPr altLang="en-GB" b="1" sz="2000" lang="en-US"/>
              <a:t>SaltGuard AI</a:t>
            </a:r>
            <a:r>
              <a:rPr altLang="en-GB" sz="2000" lang="en-US"/>
              <a:t> stands out by combining Agentic AI, IBM Granite, Langflow, and personalization into a single welfare platform.</a:t>
            </a:r>
          </a:p>
          <a:p>
            <a:endParaRPr altLang="en-GB" sz="2000" lang="en-US"/>
          </a:p>
          <a:p>
            <a:pPr indent="-342900" marL="342900">
              <a:buFont typeface="Arial" panose="020B0604020202020204" pitchFamily="34" charset="0"/>
              <a:buChar char="•"/>
            </a:pPr>
            <a:r>
              <a:rPr altLang="en-GB" b="1" sz="2000" lang="en-US"/>
              <a:t>Multi-Agent Intelligence </a:t>
            </a:r>
            <a:r>
              <a:rPr altLang="en-GB" sz="2000" lang="en-US"/>
              <a:t>– Specialized agents for health, pricing, and welfare.</a:t>
            </a:r>
          </a:p>
          <a:p>
            <a:pPr indent="-342900" marL="342900">
              <a:buFont typeface="Arial" panose="020B0604020202020204" pitchFamily="34" charset="0"/>
              <a:buChar char="•"/>
            </a:pPr>
            <a:r>
              <a:rPr altLang="en-GB" b="1" sz="2000" lang="en-US"/>
              <a:t>AI-Powered Health Triage </a:t>
            </a:r>
            <a:r>
              <a:rPr altLang="en-GB" sz="2000" lang="en-US"/>
              <a:t>– Provides quick risk assessment and first-aid guidance.</a:t>
            </a:r>
          </a:p>
          <a:p>
            <a:pPr indent="-342900" marL="342900">
              <a:buFont typeface="Arial" panose="020B0604020202020204" pitchFamily="34" charset="0"/>
              <a:buChar char="•"/>
            </a:pPr>
            <a:r>
              <a:rPr altLang="en-GB" b="1" sz="2000" lang="en-US"/>
              <a:t>Fair-Price Intelligence</a:t>
            </a:r>
            <a:r>
              <a:rPr altLang="en-GB" sz="2000" lang="en-US"/>
              <a:t> – Helps identify unfair salt prices and exploitation.</a:t>
            </a:r>
          </a:p>
          <a:p>
            <a:pPr indent="-342900" marL="342900">
              <a:buFont typeface="Arial" panose="020B0604020202020204" pitchFamily="34" charset="0"/>
              <a:buChar char="•"/>
            </a:pPr>
            <a:r>
              <a:rPr altLang="en-GB" b="1" sz="2000" lang="en-US"/>
              <a:t>Personalized Welfare Matching</a:t>
            </a:r>
            <a:r>
              <a:rPr altLang="en-GB" sz="2000" lang="en-US"/>
              <a:t> – Finds schemes based on individual worker profiles.</a:t>
            </a:r>
          </a:p>
          <a:p>
            <a:pPr indent="-342900" marL="342900">
              <a:buFont typeface="Arial" panose="020B0604020202020204" pitchFamily="34" charset="0"/>
              <a:buChar char="•"/>
            </a:pPr>
            <a:r>
              <a:rPr altLang="en-GB" b="1" sz="2000" lang="en-US"/>
              <a:t>Multilingual Support </a:t>
            </a:r>
            <a:r>
              <a:rPr altLang="en-GB" sz="2000" lang="en-US"/>
              <a:t>– Accepts English, Hindi, and Gujarati inputs.</a:t>
            </a:r>
          </a:p>
          <a:p>
            <a:pPr indent="-342900" marL="342900">
              <a:buFont typeface="Arial" panose="020B0604020202020204" pitchFamily="34" charset="0"/>
              <a:buChar char="•"/>
            </a:pPr>
            <a:r>
              <a:rPr altLang="en-GB" b="1" sz="2000" lang="en-US"/>
              <a:t>Langflow + Granite Integration </a:t>
            </a:r>
            <a:r>
              <a:rPr altLang="en-GB" sz="2000" lang="en-US"/>
              <a:t>– Combines workflow orchestration with AI-powered responses.</a:t>
            </a:r>
          </a:p>
          <a:p>
            <a:pPr indent="-342900" marL="342900">
              <a:buFont typeface="Arial" panose="020B0604020202020204" pitchFamily="34" charset="0"/>
              <a:buChar char="•"/>
            </a:pPr>
            <a:r>
              <a:rPr altLang="en-GB" b="1" sz="2000" lang="en-US"/>
              <a:t>Fallback Architecture</a:t>
            </a:r>
            <a:r>
              <a:rPr altLang="en-GB" sz="2000" lang="en-US"/>
              <a:t> – IBM Granite can respond when Langflow is unavailable.</a:t>
            </a:r>
          </a:p>
          <a:p>
            <a:endParaRPr altLang="en-GB" sz="2000" lang="en-US"/>
          </a:p>
          <a:p>
            <a:r>
              <a:rPr altLang="en-GB" sz="2000" lang="en-US"/>
              <a:t>Overall: A unified, context-aware AI platform focused specifically on Agariya worker welfare.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63" name="Shape 274"/>
        <p:cNvGrpSpPr/>
        <p:nvPr/>
      </p:nvGrpSpPr>
      <p:grpSpPr>
        <a:xfrm>
          <a:off x="0" y="0"/>
          <a:ext cx="0" cy="0"/>
          <a:chOff x="0" y="0"/>
          <a:chExt cx="0" cy="0"/>
        </a:xfrm>
      </p:grpSpPr>
      <p:sp>
        <p:nvSpPr>
          <p:cNvPr id="1048651" name="Google Shape;278;p18"/>
          <p:cNvSpPr/>
          <p:nvPr/>
        </p:nvSpPr>
        <p:spPr>
          <a:xfrm>
            <a:off x="1218724" y="420729"/>
            <a:ext cx="6444496" cy="704017"/>
          </a:xfrm>
          <a:prstGeom prst="rect"/>
          <a:noFill/>
          <a:ln>
            <a:noFill/>
          </a:ln>
        </p:spPr>
        <p:txBody>
          <a:bodyPr anchor="t" anchorCtr="0" bIns="0" lIns="0" rIns="0" spcFirstLastPara="1" tIns="0" wrap="square">
            <a:noAutofit/>
          </a:bodyPr>
          <a:p>
            <a:pPr algn="l" indent="0" lvl="0" marL="0" marR="0" rtl="0">
              <a:lnSpc>
                <a:spcPct val="157000"/>
              </a:lnSpc>
              <a:spcBef>
                <a:spcPts val="0"/>
              </a:spcBef>
              <a:spcAft>
                <a:spcPts val="0"/>
              </a:spcAft>
              <a:buClr>
                <a:srgbClr val="051D3A"/>
              </a:buClr>
              <a:buSzPts val="3500"/>
              <a:buFont typeface="Times New Roman" panose="02020603050405020304"/>
              <a:buNone/>
            </a:pPr>
            <a:r>
              <a:rPr b="1" sz="2800" lang="en-US">
                <a:sym typeface="Times New Roman" panose="02020603050405020304"/>
              </a:rPr>
              <a:t>Git Hub Link</a:t>
            </a:r>
            <a:endParaRPr b="1" sz="2800">
              <a:sym typeface="Times New Roman" panose="02020603050405020304"/>
            </a:endParaRPr>
          </a:p>
        </p:txBody>
      </p:sp>
      <p:sp>
        <p:nvSpPr>
          <p:cNvPr id="1048652" name="Google Shape;279;p18"/>
          <p:cNvSpPr/>
          <p:nvPr/>
        </p:nvSpPr>
        <p:spPr>
          <a:xfrm>
            <a:off x="1218724" y="1153712"/>
            <a:ext cx="9214580" cy="4277001"/>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Please create public </a:t>
            </a:r>
            <a:r>
              <a:rPr b="0" cap="none" dirty="0" sz="1850" i="0" lang="en-US" err="1"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b="0" cap="none" dirty="0"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(Enable Add README  button while creating repository) with format – </a:t>
            </a:r>
          </a:p>
          <a:p>
            <a:pPr algn="l" indent="0" lvl="0" marL="0" marR="0" rtl="0">
              <a:lnSpc>
                <a:spcPct val="162000"/>
              </a:lnSpc>
              <a:spcBef>
                <a:spcPts val="0"/>
              </a:spcBef>
              <a:spcAft>
                <a:spcPts val="0"/>
              </a:spcAft>
              <a:buClr>
                <a:srgbClr val="2B3541"/>
              </a:buClr>
              <a:buSzPts val="1850"/>
              <a:buFont typeface="Times New Roman" panose="02020603050405020304"/>
              <a:buNone/>
            </a:pPr>
            <a:r>
              <a:rPr dirty="0" sz="1850" lang="en-US">
                <a:solidFill>
                  <a:srgbClr val="2B3541"/>
                </a:solidFill>
                <a:latin typeface="Times New Roman" panose="02020603050405020304"/>
                <a:ea typeface="Times New Roman" panose="02020603050405020304"/>
                <a:cs typeface="Times New Roman" panose="02020603050405020304"/>
                <a:sym typeface="Times New Roman" panose="02020603050405020304"/>
              </a:rPr>
              <a:t>Please test and Paste the working  </a:t>
            </a:r>
            <a:r>
              <a:rPr dirty="0" sz="1850" lang="en-US"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dirty="0" sz="1850" lang="en-US">
                <a:solidFill>
                  <a:srgbClr val="2B3541"/>
                </a:solidFill>
                <a:latin typeface="Times New Roman" panose="02020603050405020304"/>
                <a:ea typeface="Times New Roman" panose="02020603050405020304"/>
                <a:cs typeface="Times New Roman" panose="02020603050405020304"/>
                <a:sym typeface="Times New Roman" panose="02020603050405020304"/>
              </a:rPr>
              <a:t> URL – </a:t>
            </a:r>
            <a:r>
              <a:rPr altLang="en-GB" dirty="0" sz="1850" lang="en-US">
                <a:solidFill>
                  <a:srgbClr val="2B3541"/>
                </a:solidFill>
                <a:latin typeface="Times New Roman" panose="02020603050405020304"/>
                <a:ea typeface="Times New Roman" panose="02020603050405020304"/>
                <a:cs typeface="Times New Roman" panose="02020603050405020304"/>
              </a:rPr>
              <a:t>https://github.com/jeetlohe/SaltGuardAI.git</a:t>
            </a:r>
          </a:p>
          <a:p>
            <a:pPr lvl="0">
              <a:lnSpc>
                <a:spcPct val="162000"/>
              </a:lnSpc>
              <a:buClr>
                <a:srgbClr val="2B3541"/>
              </a:buClr>
              <a:buSzPts val="1850"/>
            </a:pPr>
            <a:r>
              <a:rPr b="1" dirty="0" sz="1850" lang="en-US">
                <a:solidFill>
                  <a:srgbClr val="2B3541"/>
                </a:solidFill>
                <a:latin typeface="Times New Roman" panose="02020603050405020304"/>
                <a:ea typeface="Times New Roman" panose="02020603050405020304"/>
                <a:cs typeface="Times New Roman" panose="02020603050405020304"/>
                <a:sym typeface="Times New Roman" panose="02020603050405020304"/>
              </a:rPr>
              <a:t>Make sure you have Uploaded following three files into your </a:t>
            </a:r>
            <a:r>
              <a:rPr b="1" dirty="0" sz="1850" lang="en-US" err="1">
                <a:solidFill>
                  <a:srgbClr val="2B3541"/>
                </a:solidFill>
                <a:latin typeface="Times New Roman" panose="02020603050405020304"/>
                <a:ea typeface="Times New Roman" panose="02020603050405020304"/>
                <a:cs typeface="Times New Roman" panose="02020603050405020304"/>
                <a:sym typeface="Times New Roman" panose="02020603050405020304"/>
              </a:rPr>
              <a:t>github</a:t>
            </a:r>
            <a:r>
              <a:rPr b="1" dirty="0" sz="1850" lang="en-US">
                <a:solidFill>
                  <a:srgbClr val="2B3541"/>
                </a:solidFill>
                <a:latin typeface="Times New Roman" panose="02020603050405020304"/>
                <a:ea typeface="Times New Roman" panose="02020603050405020304"/>
                <a:cs typeface="Times New Roman" panose="02020603050405020304"/>
                <a:sym typeface="Times New Roman" panose="02020603050405020304"/>
              </a:rPr>
              <a:t> repository  </a:t>
            </a:r>
            <a:br>
              <a:rPr dirty="0" sz="1850" lang="en-US">
                <a:latin typeface="Times New Roman" panose="02020603050405020304"/>
                <a:ea typeface="Times New Roman" panose="02020603050405020304"/>
                <a:cs typeface="Times New Roman" panose="02020603050405020304"/>
              </a:rPr>
            </a:br>
            <a:r>
              <a:rPr dirty="0" sz="1850" lang="en-US">
                <a:solidFill>
                  <a:srgbClr val="2B3541"/>
                </a:solidFill>
                <a:latin typeface="Times New Roman" panose="02020603050405020304"/>
                <a:ea typeface="Times New Roman" panose="02020603050405020304"/>
                <a:cs typeface="Times New Roman" panose="02020603050405020304"/>
                <a:sym typeface="Times New Roman" panose="02020603050405020304"/>
              </a:rPr>
              <a:t>1) </a:t>
            </a:r>
            <a:r>
              <a:rPr dirty="0" sz="1850" lang="en-US" err="1">
                <a:solidFill>
                  <a:srgbClr val="2B3541"/>
                </a:solidFill>
                <a:latin typeface="Times New Roman" panose="02020603050405020304"/>
                <a:ea typeface="Times New Roman" panose="02020603050405020304"/>
                <a:cs typeface="Times New Roman" panose="02020603050405020304"/>
                <a:sym typeface="Times New Roman" panose="02020603050405020304"/>
              </a:rPr>
              <a:t>app.json</a:t>
            </a:r>
            <a:r>
              <a:rPr dirty="0" sz="1850" lang="en-US">
                <a:solidFill>
                  <a:srgbClr val="2B3541"/>
                </a:solidFill>
                <a:latin typeface="Times New Roman" panose="02020603050405020304"/>
                <a:ea typeface="Times New Roman" panose="02020603050405020304"/>
                <a:cs typeface="Times New Roman" panose="02020603050405020304"/>
                <a:sym typeface="Times New Roman" panose="02020603050405020304"/>
              </a:rPr>
              <a:t> file , 2) yourproblemstatement.pdf file  3) your projectpresntation.pptx file 4)any other files </a:t>
            </a:r>
            <a:endParaRPr dirty="0" sz="1850" lang="en-US">
              <a:solidFill>
                <a:srgbClr val="2B3541"/>
              </a:solidFill>
              <a:latin typeface="Times New Roman" panose="02020603050405020304"/>
              <a:ea typeface="Times New Roman" panose="02020603050405020304"/>
              <a:cs typeface="Times New Roman" panose="02020603050405020304"/>
            </a:endParaRPr>
          </a:p>
          <a:p>
            <a:pPr algn="l" indent="0" lvl="0" marL="0" marR="0" rtl="0">
              <a:lnSpc>
                <a:spcPct val="162000"/>
              </a:lnSpc>
              <a:spcBef>
                <a:spcPts val="0"/>
              </a:spcBef>
              <a:spcAft>
                <a:spcPts val="0"/>
              </a:spcAft>
              <a:buClr>
                <a:srgbClr val="2B3541"/>
              </a:buClr>
              <a:buSzPts val="1850"/>
              <a:buFont typeface="Times New Roman" panose="02020603050405020304"/>
              <a:buNone/>
            </a:pP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53" name="Google Shape;280;p18"/>
          <p:cNvSpPr/>
          <p:nvPr/>
        </p:nvSpPr>
        <p:spPr>
          <a:xfrm>
            <a:off x="1218724" y="3360216"/>
            <a:ext cx="7468553" cy="766048"/>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54" name="Google Shape;281;p18"/>
          <p:cNvSpPr/>
          <p:nvPr/>
        </p:nvSpPr>
        <p:spPr>
          <a:xfrm>
            <a:off x="1218724" y="4395464"/>
            <a:ext cx="7468553" cy="766048"/>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55" name="Google Shape;282;p18"/>
          <p:cNvSpPr/>
          <p:nvPr/>
        </p:nvSpPr>
        <p:spPr>
          <a:xfrm>
            <a:off x="1218724" y="5430713"/>
            <a:ext cx="7468553" cy="383024"/>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66" name="Shape 274"/>
        <p:cNvGrpSpPr/>
        <p:nvPr/>
      </p:nvGrpSpPr>
      <p:grpSpPr>
        <a:xfrm>
          <a:off x="0" y="0"/>
          <a:ext cx="0" cy="0"/>
          <a:chOff x="0" y="0"/>
          <a:chExt cx="0" cy="0"/>
        </a:xfrm>
      </p:grpSpPr>
      <p:sp>
        <p:nvSpPr>
          <p:cNvPr id="1048658" name="Google Shape;278;p18"/>
          <p:cNvSpPr/>
          <p:nvPr/>
        </p:nvSpPr>
        <p:spPr>
          <a:xfrm>
            <a:off x="1218724" y="420729"/>
            <a:ext cx="6444496" cy="704017"/>
          </a:xfrm>
          <a:prstGeom prst="rect"/>
          <a:noFill/>
          <a:ln>
            <a:noFill/>
          </a:ln>
        </p:spPr>
        <p:txBody>
          <a:bodyPr anchor="t" anchorCtr="0" bIns="0" lIns="0" rIns="0" spcFirstLastPara="1" tIns="0" wrap="square">
            <a:noAutofit/>
          </a:bodyPr>
          <a:p>
            <a:pPr algn="l" indent="0" lvl="0" marL="0" marR="0" rtl="0">
              <a:lnSpc>
                <a:spcPct val="157000"/>
              </a:lnSpc>
              <a:spcBef>
                <a:spcPts val="0"/>
              </a:spcBef>
              <a:spcAft>
                <a:spcPts val="0"/>
              </a:spcAft>
              <a:buClr>
                <a:srgbClr val="051D3A"/>
              </a:buClr>
              <a:buSzPts val="3500"/>
              <a:buFont typeface="Times New Roman" panose="02020603050405020304"/>
              <a:buNone/>
            </a:pPr>
            <a:r>
              <a:rPr b="1" sz="2800" lang="en-US">
                <a:sym typeface="Times New Roman" panose="02020603050405020304"/>
              </a:rPr>
              <a:t>Future Scope </a:t>
            </a:r>
            <a:endParaRPr b="1" sz="2800">
              <a:sym typeface="Times New Roman" panose="02020603050405020304"/>
            </a:endParaRPr>
          </a:p>
        </p:txBody>
      </p:sp>
      <p:sp>
        <p:nvSpPr>
          <p:cNvPr id="1048659" name="Google Shape;279;p18"/>
          <p:cNvSpPr/>
          <p:nvPr/>
        </p:nvSpPr>
        <p:spPr>
          <a:xfrm>
            <a:off x="817880" y="1221740"/>
            <a:ext cx="9958705" cy="5510530"/>
          </a:xfrm>
          <a:prstGeom prst="rect"/>
          <a:noFill/>
          <a:ln>
            <a:noFill/>
          </a:ln>
        </p:spPr>
        <p:txBody>
          <a:bodyPr anchor="t" anchorCtr="0" bIns="0" lIns="0" rIns="0" spcFirstLastPara="1" tIns="0" wrap="square">
            <a:noAutofit/>
          </a:bodyPr>
          <a:p>
            <a:pPr algn="just" indent="0" lvl="0" marL="0" marR="0" rtl="0">
              <a:lnSpc>
                <a:spcPct val="162000"/>
              </a:lnSpc>
              <a:spcBef>
                <a:spcPts val="0"/>
              </a:spcBef>
              <a:spcAft>
                <a:spcPts val="0"/>
              </a:spcAft>
              <a:buClr>
                <a:srgbClr val="2B3541"/>
              </a:buClr>
              <a:buSzPts val="1850"/>
              <a:buFont typeface="Times New Roman" panose="02020603050405020304"/>
              <a:buNone/>
            </a:pPr>
            <a:r>
              <a:rPr altLang="en-GB" b="0" cap="none" sz="2000" i="0" lang="en-US"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rPr>
              <a:t>1. Wearable &amp; Health Device Integration - Integrate smartwatches and health devices to collect real-time data such as heart rate, activity, and heat exposure for better health-risk monitoring.</a:t>
            </a:r>
          </a:p>
          <a:p>
            <a:pPr algn="just" indent="0" lvl="0" marL="0" marR="0" rtl="0">
              <a:lnSpc>
                <a:spcPct val="162000"/>
              </a:lnSpc>
              <a:spcBef>
                <a:spcPts val="0"/>
              </a:spcBef>
              <a:spcAft>
                <a:spcPts val="0"/>
              </a:spcAft>
              <a:buClr>
                <a:srgbClr val="2B3541"/>
              </a:buClr>
              <a:buSzPts val="1850"/>
              <a:buFont typeface="Times New Roman" panose="02020603050405020304"/>
              <a:buNone/>
            </a:pPr>
            <a:endParaRPr altLang="en-GB" b="0" cap="none" sz="2000" i="0" lang="en-US"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indent="0" lvl="0" marL="0" marR="0" rtl="0">
              <a:lnSpc>
                <a:spcPct val="162000"/>
              </a:lnSpc>
              <a:spcBef>
                <a:spcPts val="0"/>
              </a:spcBef>
              <a:spcAft>
                <a:spcPts val="0"/>
              </a:spcAft>
              <a:buClr>
                <a:srgbClr val="2B3541"/>
              </a:buClr>
              <a:buSzPts val="1850"/>
              <a:buFont typeface="Times New Roman" panose="02020603050405020304"/>
              <a:buNone/>
            </a:pPr>
            <a:r>
              <a:rPr altLang="en-GB" b="0" cap="none" sz="2000" i="0" lang="en-US"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rPr>
              <a:t>2. AI Voice &amp; Multilingual Support - Add a voice-based AI assistant with support for Gujarati, Hindi, and other regional languages to make SaltGuard AI more accessible to Agariya workers.</a:t>
            </a:r>
          </a:p>
          <a:p>
            <a:pPr algn="just" indent="0" lvl="0" marL="0" marR="0" rtl="0">
              <a:lnSpc>
                <a:spcPct val="162000"/>
              </a:lnSpc>
              <a:spcBef>
                <a:spcPts val="0"/>
              </a:spcBef>
              <a:spcAft>
                <a:spcPts val="0"/>
              </a:spcAft>
              <a:buClr>
                <a:srgbClr val="2B3541"/>
              </a:buClr>
              <a:buSzPts val="1850"/>
              <a:buFont typeface="Times New Roman" panose="02020603050405020304"/>
              <a:buNone/>
            </a:pPr>
            <a:endParaRPr altLang="en-GB" b="0" cap="none" sz="2000" i="0" lang="en-US"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indent="0" lvl="0" marL="0" marR="0" rtl="0">
              <a:lnSpc>
                <a:spcPct val="162000"/>
              </a:lnSpc>
              <a:spcBef>
                <a:spcPts val="0"/>
              </a:spcBef>
              <a:spcAft>
                <a:spcPts val="0"/>
              </a:spcAft>
              <a:buClr>
                <a:srgbClr val="2B3541"/>
              </a:buClr>
              <a:buSzPts val="1850"/>
              <a:buFont typeface="Times New Roman" panose="02020603050405020304"/>
              <a:buNone/>
            </a:pPr>
            <a:r>
              <a:rPr altLang="en-GB" b="0" cap="none" sz="2000" i="0" lang="en-US"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rPr>
              <a:t>3. Real-Time Alerts &amp; Monitoring - Provide early warnings for heat stress, dehydration, and other workplace health risks based on worker conditions.</a:t>
            </a:r>
          </a:p>
          <a:p>
            <a:pPr algn="just" indent="0" lvl="0" marL="0" marR="0" rtl="0">
              <a:lnSpc>
                <a:spcPct val="162000"/>
              </a:lnSpc>
              <a:spcBef>
                <a:spcPts val="0"/>
              </a:spcBef>
              <a:spcAft>
                <a:spcPts val="0"/>
              </a:spcAft>
              <a:buClr>
                <a:srgbClr val="2B3541"/>
              </a:buClr>
              <a:buSzPts val="1850"/>
              <a:buFont typeface="Times New Roman" panose="02020603050405020304"/>
              <a:buNone/>
            </a:pPr>
            <a:endParaRPr altLang="en-GB" b="0" cap="none" sz="2000" i="0" lang="en-US"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just" indent="0" lvl="0" marL="0" marR="0" rtl="0">
              <a:lnSpc>
                <a:spcPct val="162000"/>
              </a:lnSpc>
              <a:spcBef>
                <a:spcPts val="0"/>
              </a:spcBef>
              <a:spcAft>
                <a:spcPts val="0"/>
              </a:spcAft>
              <a:buClr>
                <a:srgbClr val="2B3541"/>
              </a:buClr>
              <a:buSzPts val="1850"/>
              <a:buFont typeface="Times New Roman" panose="02020603050405020304"/>
              <a:buNone/>
            </a:pPr>
            <a:r>
              <a:rPr altLang="en-GB" b="0" cap="none" sz="2000" i="0" lang="en-US"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rPr>
              <a:t>4. Expanded Welfare Services - Extend the platform with more government schemes, local healthcare services, and direct welfare assistance.</a:t>
            </a:r>
          </a:p>
        </p:txBody>
      </p:sp>
      <p:sp>
        <p:nvSpPr>
          <p:cNvPr id="1048660" name="Google Shape;280;p18"/>
          <p:cNvSpPr/>
          <p:nvPr/>
        </p:nvSpPr>
        <p:spPr>
          <a:xfrm>
            <a:off x="1218724" y="3360216"/>
            <a:ext cx="7468553" cy="766048"/>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61" name="Google Shape;281;p18"/>
          <p:cNvSpPr/>
          <p:nvPr/>
        </p:nvSpPr>
        <p:spPr>
          <a:xfrm>
            <a:off x="1218724" y="4395464"/>
            <a:ext cx="7468553" cy="766048"/>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62" name="Google Shape;282;p18"/>
          <p:cNvSpPr/>
          <p:nvPr/>
        </p:nvSpPr>
        <p:spPr>
          <a:xfrm>
            <a:off x="1218724" y="5430713"/>
            <a:ext cx="7468553" cy="383024"/>
          </a:xfrm>
          <a:prstGeom prst="rect"/>
          <a:noFill/>
          <a:ln>
            <a:noFill/>
          </a:ln>
        </p:spPr>
        <p:txBody>
          <a:bodyPr anchor="t" anchorCtr="0" bIns="0" lIns="0" rIns="0" spcFirstLastPara="1" tIns="0" wrap="square">
            <a:noAutofit/>
          </a:bodyPr>
          <a:p>
            <a:pPr algn="l" indent="0" lvl="0" marL="0" marR="0" rtl="0">
              <a:lnSpc>
                <a:spcPct val="162000"/>
              </a:lnSpc>
              <a:spcBef>
                <a:spcPts val="0"/>
              </a:spcBef>
              <a:spcAft>
                <a:spcPts val="0"/>
              </a:spcAft>
              <a:buClr>
                <a:srgbClr val="2B3541"/>
              </a:buClr>
              <a:buSzPts val="1850"/>
              <a:buFont typeface="Times New Roman" panose="02020603050405020304"/>
              <a:buNone/>
            </a:pPr>
            <a:r>
              <a:rPr b="0" cap="none" sz="1850" i="0" lang="en-US" strike="noStrike" u="none">
                <a:solidFill>
                  <a:srgbClr val="2B3541"/>
                </a:solidFill>
                <a:latin typeface="Times New Roman" panose="02020603050405020304"/>
                <a:ea typeface="Times New Roman" panose="02020603050405020304"/>
                <a:cs typeface="Times New Roman" panose="02020603050405020304"/>
                <a:sym typeface="Times New Roman" panose="02020603050405020304"/>
              </a:rPr>
              <a:t>·</a:t>
            </a:r>
            <a:endParaRPr b="0" cap="none" sz="1850" i="0" strike="noStrike" u="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69" name=""/>
        <p:cNvGrpSpPr/>
        <p:nvPr/>
      </p:nvGrpSpPr>
      <p:grpSpPr>
        <a:xfrm>
          <a:off x="0" y="0"/>
          <a:ext cx="0" cy="0"/>
          <a:chOff x="0" y="0"/>
          <a:chExt cx="0" cy="0"/>
        </a:xfrm>
      </p:grpSpPr>
      <p:sp>
        <p:nvSpPr>
          <p:cNvPr id="1048665" name="TextBox 5"/>
          <p:cNvSpPr txBox="1"/>
          <p:nvPr/>
        </p:nvSpPr>
        <p:spPr>
          <a:xfrm>
            <a:off x="327949" y="207380"/>
            <a:ext cx="6096000" cy="677108"/>
          </a:xfrm>
          <a:prstGeom prst="rect"/>
          <a:noFill/>
        </p:spPr>
        <p:txBody>
          <a:bodyPr anchor="t" anchorCtr="0" bIns="45720" compatLnSpc="1" forceAA="0" fromWordArt="0" horzOverflow="overflow" lIns="91440" numCol="1" rIns="91440" rot="0" rtlCol="0" spcCol="0" spcFirstLastPara="0" tIns="45720" vert="horz" vertOverflow="overflow" wrap="square">
            <a:spAutoFit/>
          </a:bodyPr>
          <a:p>
            <a:r>
              <a:rPr b="1" sz="2400" lang="en-US"/>
              <a:t>Certificates Earned:</a:t>
            </a:r>
          </a:p>
          <a:p>
            <a:pPr algn="ctr"/>
            <a:endParaRPr lang="en-US"/>
          </a:p>
        </p:txBody>
      </p:sp>
      <p:sp>
        <p:nvSpPr>
          <p:cNvPr id="1048666" name="TextBox 2"/>
          <p:cNvSpPr txBox="1"/>
          <p:nvPr/>
        </p:nvSpPr>
        <p:spPr>
          <a:xfrm>
            <a:off x="552048" y="690061"/>
            <a:ext cx="6389965" cy="523220"/>
          </a:xfrm>
          <a:prstGeom prst="rect"/>
          <a:noFill/>
        </p:spPr>
        <p:txBody>
          <a:bodyPr anchor="t" anchorCtr="0" bIns="45720" compatLnSpc="1" forceAA="0" fromWordArt="0" horzOverflow="overflow" lIns="91440" numCol="1" rIns="91440" rot="0" rtlCol="0" spcCol="0" spcFirstLastPara="0" tIns="45720" vert="horz" vertOverflow="overflow" wrap="square">
            <a:spAutoFit/>
          </a:bodyPr>
          <a:p>
            <a:r>
              <a:rPr b="1" sz="2800" lang="en-US"/>
              <a:t>Please  add your credly certificate </a:t>
            </a:r>
          </a:p>
        </p:txBody>
      </p:sp>
      <p:pic>
        <p:nvPicPr>
          <p:cNvPr id="2097158" name="Picture Placeholder 7"/>
          <p:cNvPicPr>
            <a:picLocks noChangeAspect="1" noGrp="1"/>
          </p:cNvPicPr>
          <p:nvPr>
            <p:ph type="pic" idx="2"/>
          </p:nvPr>
        </p:nvPicPr>
        <p:blipFill>
          <a:blip xmlns:r="http://schemas.openxmlformats.org/officeDocument/2006/relationships" r:embed="rId1"/>
          <a:srcRect l="1069" r="1069"/>
          <a:stretch>
            <a:fillRect/>
          </a:stretch>
        </p:blipFill>
        <p:spPr>
          <a:xfrm>
            <a:off x="2764453" y="1557696"/>
            <a:ext cx="6172200" cy="4873625"/>
          </a:xfrm>
          <a:prstGeom prst="rect"/>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70" name=""/>
        <p:cNvGrpSpPr/>
        <p:nvPr/>
      </p:nvGrpSpPr>
      <p:grpSpPr>
        <a:xfrm>
          <a:off x="0" y="0"/>
          <a:ext cx="0" cy="0"/>
          <a:chOff x="0" y="0"/>
          <a:chExt cx="0" cy="0"/>
        </a:xfrm>
      </p:grpSpPr>
      <p:sp>
        <p:nvSpPr>
          <p:cNvPr id="1048667" name="TextBox 4"/>
          <p:cNvSpPr txBox="1"/>
          <p:nvPr/>
        </p:nvSpPr>
        <p:spPr>
          <a:xfrm>
            <a:off x="176696" y="226391"/>
            <a:ext cx="6096000" cy="677108"/>
          </a:xfrm>
          <a:prstGeom prst="rect"/>
          <a:noFill/>
        </p:spPr>
        <p:txBody>
          <a:bodyPr anchor="t" anchorCtr="0" bIns="45720" compatLnSpc="1" forceAA="0" fromWordArt="0" horzOverflow="overflow" lIns="91440" numCol="1" rIns="91440" rot="0" rtlCol="0" spcCol="0" spcFirstLastPara="0" tIns="45720" vert="horz" vertOverflow="overflow" wrap="square">
            <a:spAutoFit/>
          </a:bodyPr>
          <a:p>
            <a:r>
              <a:rPr baseline="0" b="1" sz="2400" i="0" lang="en-US" strike="noStrike" u="none">
                <a:solidFill>
                  <a:srgbClr val="000000"/>
                </a:solidFill>
                <a:latin typeface="Arial" panose="020B0604020202020204"/>
              </a:rPr>
              <a:t>Certificates Earned:</a:t>
            </a:r>
            <a:r>
              <a:rPr b="0" sz="2400" i="0">
                <a:solidFill>
                  <a:srgbClr val="000000"/>
                </a:solidFill>
                <a:latin typeface="Arial" panose="020B0604020202020204"/>
                <a:ea typeface="Arial" panose="020B0604020202020204"/>
                <a:cs typeface="Arial" panose="020B0604020202020204"/>
              </a:rPr>
              <a:t>​</a:t>
            </a:r>
            <a:endParaRPr lang="en-US"/>
          </a:p>
          <a:p>
            <a:pPr algn="ctr"/>
            <a:endParaRPr lang="en-US"/>
          </a:p>
        </p:txBody>
      </p:sp>
      <p:sp>
        <p:nvSpPr>
          <p:cNvPr id="1048668" name="TextBox 5"/>
          <p:cNvSpPr txBox="1"/>
          <p:nvPr/>
        </p:nvSpPr>
        <p:spPr>
          <a:xfrm>
            <a:off x="496843" y="800470"/>
            <a:ext cx="5437681" cy="400110"/>
          </a:xfrm>
          <a:prstGeom prst="rect"/>
          <a:noFill/>
        </p:spPr>
        <p:txBody>
          <a:bodyPr anchor="t" anchorCtr="0" bIns="45720" compatLnSpc="1" forceAA="0" fromWordArt="0" horzOverflow="overflow" lIns="91440" numCol="1" rIns="91440" rot="0" rtlCol="0" spcCol="0" spcFirstLastPara="0" tIns="45720" vert="horz" vertOverflow="overflow" wrap="square">
            <a:spAutoFit/>
          </a:bodyPr>
          <a:p>
            <a:r>
              <a:rPr b="1" sz="2000" lang="en-US"/>
              <a:t>Add your IBM BOB Certificate</a:t>
            </a:r>
          </a:p>
        </p:txBody>
      </p:sp>
      <p:pic>
        <p:nvPicPr>
          <p:cNvPr id="2097159" name="Picture 13"/>
          <p:cNvPicPr>
            <a:picLocks noChangeAspect="1"/>
          </p:cNvPicPr>
          <p:nvPr/>
        </p:nvPicPr>
        <p:blipFill>
          <a:blip xmlns:r="http://schemas.openxmlformats.org/officeDocument/2006/relationships" r:embed="rId1"/>
          <a:stretch>
            <a:fillRect/>
          </a:stretch>
        </p:blipFill>
        <p:spPr>
          <a:xfrm>
            <a:off x="2431671" y="1451165"/>
            <a:ext cx="7328657" cy="5180444"/>
          </a:xfrm>
          <a:prstGeom prst="rec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71" name="Shape 306"/>
        <p:cNvGrpSpPr/>
        <p:nvPr/>
      </p:nvGrpSpPr>
      <p:grpSpPr>
        <a:xfrm>
          <a:off x="0" y="0"/>
          <a:ext cx="0" cy="0"/>
          <a:chOff x="0" y="0"/>
          <a:chExt cx="0" cy="0"/>
        </a:xfrm>
      </p:grpSpPr>
      <p:pic>
        <p:nvPicPr>
          <p:cNvPr id="2097160" name="Google Shape;310;p20"/>
          <p:cNvPicPr preferRelativeResize="0">
            <a:picLocks/>
          </p:cNvPicPr>
          <p:nvPr/>
        </p:nvPicPr>
        <p:blipFill rotWithShape="1">
          <a:blip xmlns:r="http://schemas.openxmlformats.org/officeDocument/2006/relationships" r:embed="rId1"/>
          <a:srcRect/>
          <a:stretch>
            <a:fillRect/>
          </a:stretch>
        </p:blipFill>
        <p:spPr>
          <a:xfrm>
            <a:off x="0" y="2190302"/>
            <a:ext cx="12192000" cy="2477396"/>
          </a:xfrm>
          <a:prstGeom prst="rect"/>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dc:creator>Manda Anirudh</dc:creator>
  <cp:lastModifiedBy>Yash Patel</cp:lastModifiedBy>
  <dcterms:created xsi:type="dcterms:W3CDTF">2025-07-07T18:06:00Z</dcterms:created>
  <dcterms:modified xsi:type="dcterms:W3CDTF">2026-08-21T09:39:39Z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a80fab5e882e47508d84e975c407fb34_23</vt:lpwstr>
  </property>
  <property fmtid="{D5CDD505-2E9C-101B-9397-08002B2CF9AE}" pid="3" name="KSOProductBuildVer">
    <vt:lpwstr>2057-12.2.0.23206</vt:lpwstr>
  </property>
</Properties>
</file>